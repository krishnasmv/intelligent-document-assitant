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73" r:id="rId4"/>
    <p:sldId id="268" r:id="rId5"/>
    <p:sldId id="270" r:id="rId6"/>
    <p:sldId id="258" r:id="rId7"/>
    <p:sldId id="259" r:id="rId8"/>
    <p:sldId id="274" r:id="rId9"/>
    <p:sldId id="260" r:id="rId10"/>
    <p:sldId id="275" r:id="rId11"/>
    <p:sldId id="276" r:id="rId12"/>
    <p:sldId id="271" r:id="rId13"/>
    <p:sldId id="261" r:id="rId14"/>
    <p:sldId id="263" r:id="rId15"/>
    <p:sldId id="264" r:id="rId16"/>
    <p:sldId id="265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01"/>
    <p:restoredTop sz="94703"/>
  </p:normalViewPr>
  <p:slideViewPr>
    <p:cSldViewPr snapToGrid="0">
      <p:cViewPr varScale="1">
        <p:scale>
          <a:sx n="158" d="100"/>
          <a:sy n="158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59EAE2-6F05-4FF1-8351-0E75034A70C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B67BBB4-E55A-448C-958A-A40A467E67F8}">
      <dgm:prSet custT="1"/>
      <dgm:spPr/>
      <dgm:t>
        <a:bodyPr/>
        <a:lstStyle/>
        <a:p>
          <a:r>
            <a:rPr lang="en-US" sz="2000" b="1" dirty="0"/>
            <a:t>Problem</a:t>
          </a:r>
          <a:r>
            <a:rPr lang="en-US" sz="2000" dirty="0"/>
            <a:t>: </a:t>
          </a:r>
          <a:r>
            <a:rPr lang="en-US" sz="2000" dirty="0" err="1"/>
            <a:t>Scholors</a:t>
          </a:r>
          <a:r>
            <a:rPr lang="en-US" sz="2000" dirty="0"/>
            <a:t> and Legal professionals need to review lengthy contracts, Articles, and documents.</a:t>
          </a:r>
        </a:p>
      </dgm:t>
    </dgm:pt>
    <dgm:pt modelId="{490DA0F0-5069-4B5E-A932-86939D1A8E71}" type="parTrans" cxnId="{86413846-7964-4B29-99EA-F5ABFEAEFB56}">
      <dgm:prSet/>
      <dgm:spPr/>
      <dgm:t>
        <a:bodyPr/>
        <a:lstStyle/>
        <a:p>
          <a:endParaRPr lang="en-US"/>
        </a:p>
      </dgm:t>
    </dgm:pt>
    <dgm:pt modelId="{9DCE3D8D-04AB-4270-96A9-B14DE297F613}" type="sibTrans" cxnId="{86413846-7964-4B29-99EA-F5ABFEAEFB56}">
      <dgm:prSet/>
      <dgm:spPr/>
      <dgm:t>
        <a:bodyPr/>
        <a:lstStyle/>
        <a:p>
          <a:endParaRPr lang="en-US"/>
        </a:p>
      </dgm:t>
    </dgm:pt>
    <dgm:pt modelId="{026E7300-BFBA-4F24-8C14-67CEC8B6C478}">
      <dgm:prSet/>
      <dgm:spPr/>
      <dgm:t>
        <a:bodyPr/>
        <a:lstStyle/>
        <a:p>
          <a:r>
            <a:rPr lang="en-US" b="1" dirty="0"/>
            <a:t>Solution</a:t>
          </a:r>
          <a:r>
            <a:rPr lang="en-US" dirty="0"/>
            <a:t>: Use summarization to extract key clauses, terms, or case insights.</a:t>
          </a:r>
        </a:p>
      </dgm:t>
    </dgm:pt>
    <dgm:pt modelId="{81FC0C98-5D46-4F56-8444-2BCBCEE1C683}" type="parTrans" cxnId="{4C4EA81D-E834-494B-9C18-356D0FD5383D}">
      <dgm:prSet/>
      <dgm:spPr/>
      <dgm:t>
        <a:bodyPr/>
        <a:lstStyle/>
        <a:p>
          <a:endParaRPr lang="en-US"/>
        </a:p>
      </dgm:t>
    </dgm:pt>
    <dgm:pt modelId="{1E02163C-5109-4E63-AA80-01E80194A8B4}" type="sibTrans" cxnId="{4C4EA81D-E834-494B-9C18-356D0FD5383D}">
      <dgm:prSet/>
      <dgm:spPr/>
      <dgm:t>
        <a:bodyPr/>
        <a:lstStyle/>
        <a:p>
          <a:endParaRPr lang="en-US"/>
        </a:p>
      </dgm:t>
    </dgm:pt>
    <dgm:pt modelId="{4821AA63-7DE0-40A8-9A1E-CFC95E878419}">
      <dgm:prSet/>
      <dgm:spPr/>
      <dgm:t>
        <a:bodyPr/>
        <a:lstStyle/>
        <a:p>
          <a:r>
            <a:rPr lang="en-US" b="1" dirty="0"/>
            <a:t>Impact</a:t>
          </a:r>
          <a:r>
            <a:rPr lang="en-US" dirty="0"/>
            <a:t>: Saves time and reduces errors, aiding faster legal review and compliance.</a:t>
          </a:r>
        </a:p>
      </dgm:t>
    </dgm:pt>
    <dgm:pt modelId="{A435DEF0-E127-440B-A3F3-B27A869389B4}" type="parTrans" cxnId="{0802255F-F49C-4E78-AD5C-01270C14E14C}">
      <dgm:prSet/>
      <dgm:spPr/>
      <dgm:t>
        <a:bodyPr/>
        <a:lstStyle/>
        <a:p>
          <a:endParaRPr lang="en-US"/>
        </a:p>
      </dgm:t>
    </dgm:pt>
    <dgm:pt modelId="{B4AAFB5B-09CD-4131-BE06-71EFA7F891AB}" type="sibTrans" cxnId="{0802255F-F49C-4E78-AD5C-01270C14E14C}">
      <dgm:prSet/>
      <dgm:spPr/>
      <dgm:t>
        <a:bodyPr/>
        <a:lstStyle/>
        <a:p>
          <a:endParaRPr lang="en-US"/>
        </a:p>
      </dgm:t>
    </dgm:pt>
    <dgm:pt modelId="{454C0A40-B988-41B2-8738-D8016A7899CC}" type="pres">
      <dgm:prSet presAssocID="{F759EAE2-6F05-4FF1-8351-0E75034A70C9}" presName="root" presStyleCnt="0">
        <dgm:presLayoutVars>
          <dgm:dir/>
          <dgm:resizeHandles val="exact"/>
        </dgm:presLayoutVars>
      </dgm:prSet>
      <dgm:spPr/>
    </dgm:pt>
    <dgm:pt modelId="{284561A8-A8A9-4268-AF56-4D12EDE34672}" type="pres">
      <dgm:prSet presAssocID="{9B67BBB4-E55A-448C-958A-A40A467E67F8}" presName="compNode" presStyleCnt="0"/>
      <dgm:spPr/>
    </dgm:pt>
    <dgm:pt modelId="{B7267E7E-3DDF-421B-A846-E7880C27B100}" type="pres">
      <dgm:prSet presAssocID="{9B67BBB4-E55A-448C-958A-A40A467E67F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B6C77631-AD5C-44A6-AB35-7F9E8E7E7B34}" type="pres">
      <dgm:prSet presAssocID="{9B67BBB4-E55A-448C-958A-A40A467E67F8}" presName="spaceRect" presStyleCnt="0"/>
      <dgm:spPr/>
    </dgm:pt>
    <dgm:pt modelId="{71BF62E0-5AFD-44AF-8C31-B05647BFEC82}" type="pres">
      <dgm:prSet presAssocID="{9B67BBB4-E55A-448C-958A-A40A467E67F8}" presName="textRect" presStyleLbl="revTx" presStyleIdx="0" presStyleCnt="3" custScaleX="222005" custScaleY="182677" custLinFactNeighborX="-21" custLinFactNeighborY="64450">
        <dgm:presLayoutVars>
          <dgm:chMax val="1"/>
          <dgm:chPref val="1"/>
        </dgm:presLayoutVars>
      </dgm:prSet>
      <dgm:spPr/>
    </dgm:pt>
    <dgm:pt modelId="{8F790ACA-B00E-42C7-976D-D7CFF6259D07}" type="pres">
      <dgm:prSet presAssocID="{9DCE3D8D-04AB-4270-96A9-B14DE297F613}" presName="sibTrans" presStyleCnt="0"/>
      <dgm:spPr/>
    </dgm:pt>
    <dgm:pt modelId="{C9EC5C64-26F4-4778-9B6E-FD4637B26A0C}" type="pres">
      <dgm:prSet presAssocID="{026E7300-BFBA-4F24-8C14-67CEC8B6C478}" presName="compNode" presStyleCnt="0"/>
      <dgm:spPr/>
    </dgm:pt>
    <dgm:pt modelId="{C38CCC96-86EE-4D7B-83B9-C96D016696EF}" type="pres">
      <dgm:prSet presAssocID="{026E7300-BFBA-4F24-8C14-67CEC8B6C47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02E64B1B-ED39-4972-B336-FF2BF77E32A9}" type="pres">
      <dgm:prSet presAssocID="{026E7300-BFBA-4F24-8C14-67CEC8B6C478}" presName="spaceRect" presStyleCnt="0"/>
      <dgm:spPr/>
    </dgm:pt>
    <dgm:pt modelId="{2A6436DE-122A-4538-A326-12907433DAC6}" type="pres">
      <dgm:prSet presAssocID="{026E7300-BFBA-4F24-8C14-67CEC8B6C478}" presName="textRect" presStyleLbl="revTx" presStyleIdx="1" presStyleCnt="3" custScaleX="186114" custScaleY="189398" custLinFactNeighborX="5858" custLinFactNeighborY="72988">
        <dgm:presLayoutVars>
          <dgm:chMax val="1"/>
          <dgm:chPref val="1"/>
        </dgm:presLayoutVars>
      </dgm:prSet>
      <dgm:spPr/>
    </dgm:pt>
    <dgm:pt modelId="{9625C719-85ED-4402-9E02-A471BFC5EF84}" type="pres">
      <dgm:prSet presAssocID="{1E02163C-5109-4E63-AA80-01E80194A8B4}" presName="sibTrans" presStyleCnt="0"/>
      <dgm:spPr/>
    </dgm:pt>
    <dgm:pt modelId="{694D0C3C-4C4A-46DE-AD25-37880D39E84E}" type="pres">
      <dgm:prSet presAssocID="{4821AA63-7DE0-40A8-9A1E-CFC95E878419}" presName="compNode" presStyleCnt="0"/>
      <dgm:spPr/>
    </dgm:pt>
    <dgm:pt modelId="{4AF78619-3249-41AD-8EC6-C08775BA7FBE}" type="pres">
      <dgm:prSet presAssocID="{4821AA63-7DE0-40A8-9A1E-CFC95E87841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476EE36D-BF5B-4EB9-8F23-AE91914E1313}" type="pres">
      <dgm:prSet presAssocID="{4821AA63-7DE0-40A8-9A1E-CFC95E878419}" presName="spaceRect" presStyleCnt="0"/>
      <dgm:spPr/>
    </dgm:pt>
    <dgm:pt modelId="{99FAEA67-46D0-4947-959F-4AE367756647}" type="pres">
      <dgm:prSet presAssocID="{4821AA63-7DE0-40A8-9A1E-CFC95E878419}" presName="textRect" presStyleLbl="revTx" presStyleIdx="2" presStyleCnt="3" custScaleX="200779" custScaleY="197359" custLinFactNeighborX="-3428" custLinFactNeighborY="71425">
        <dgm:presLayoutVars>
          <dgm:chMax val="1"/>
          <dgm:chPref val="1"/>
        </dgm:presLayoutVars>
      </dgm:prSet>
      <dgm:spPr/>
    </dgm:pt>
  </dgm:ptLst>
  <dgm:cxnLst>
    <dgm:cxn modelId="{4C4EA81D-E834-494B-9C18-356D0FD5383D}" srcId="{F759EAE2-6F05-4FF1-8351-0E75034A70C9}" destId="{026E7300-BFBA-4F24-8C14-67CEC8B6C478}" srcOrd="1" destOrd="0" parTransId="{81FC0C98-5D46-4F56-8444-2BCBCEE1C683}" sibTransId="{1E02163C-5109-4E63-AA80-01E80194A8B4}"/>
    <dgm:cxn modelId="{A99B0821-4BB4-4C0A-BF07-08EF8F68D19D}" type="presOf" srcId="{F759EAE2-6F05-4FF1-8351-0E75034A70C9}" destId="{454C0A40-B988-41B2-8738-D8016A7899CC}" srcOrd="0" destOrd="0" presId="urn:microsoft.com/office/officeart/2018/2/layout/IconLabelList"/>
    <dgm:cxn modelId="{E9C64537-AC65-435F-B9DB-845568DCD933}" type="presOf" srcId="{4821AA63-7DE0-40A8-9A1E-CFC95E878419}" destId="{99FAEA67-46D0-4947-959F-4AE367756647}" srcOrd="0" destOrd="0" presId="urn:microsoft.com/office/officeart/2018/2/layout/IconLabelList"/>
    <dgm:cxn modelId="{86413846-7964-4B29-99EA-F5ABFEAEFB56}" srcId="{F759EAE2-6F05-4FF1-8351-0E75034A70C9}" destId="{9B67BBB4-E55A-448C-958A-A40A467E67F8}" srcOrd="0" destOrd="0" parTransId="{490DA0F0-5069-4B5E-A932-86939D1A8E71}" sibTransId="{9DCE3D8D-04AB-4270-96A9-B14DE297F613}"/>
    <dgm:cxn modelId="{B942EF5D-D18C-48C7-B6F6-1B1D21D81BFD}" type="presOf" srcId="{9B67BBB4-E55A-448C-958A-A40A467E67F8}" destId="{71BF62E0-5AFD-44AF-8C31-B05647BFEC82}" srcOrd="0" destOrd="0" presId="urn:microsoft.com/office/officeart/2018/2/layout/IconLabelList"/>
    <dgm:cxn modelId="{0802255F-F49C-4E78-AD5C-01270C14E14C}" srcId="{F759EAE2-6F05-4FF1-8351-0E75034A70C9}" destId="{4821AA63-7DE0-40A8-9A1E-CFC95E878419}" srcOrd="2" destOrd="0" parTransId="{A435DEF0-E127-440B-A3F3-B27A869389B4}" sibTransId="{B4AAFB5B-09CD-4131-BE06-71EFA7F891AB}"/>
    <dgm:cxn modelId="{631C2A89-8628-4486-810C-0B1D1BA3F86B}" type="presOf" srcId="{026E7300-BFBA-4F24-8C14-67CEC8B6C478}" destId="{2A6436DE-122A-4538-A326-12907433DAC6}" srcOrd="0" destOrd="0" presId="urn:microsoft.com/office/officeart/2018/2/layout/IconLabelList"/>
    <dgm:cxn modelId="{C8FC4B21-11DC-4337-84FB-FE8DFA7AF97C}" type="presParOf" srcId="{454C0A40-B988-41B2-8738-D8016A7899CC}" destId="{284561A8-A8A9-4268-AF56-4D12EDE34672}" srcOrd="0" destOrd="0" presId="urn:microsoft.com/office/officeart/2018/2/layout/IconLabelList"/>
    <dgm:cxn modelId="{D312303E-043B-47E9-B8F6-FD44950CBBA7}" type="presParOf" srcId="{284561A8-A8A9-4268-AF56-4D12EDE34672}" destId="{B7267E7E-3DDF-421B-A846-E7880C27B100}" srcOrd="0" destOrd="0" presId="urn:microsoft.com/office/officeart/2018/2/layout/IconLabelList"/>
    <dgm:cxn modelId="{10BBEC4D-3526-40A2-8852-6746FEB60B83}" type="presParOf" srcId="{284561A8-A8A9-4268-AF56-4D12EDE34672}" destId="{B6C77631-AD5C-44A6-AB35-7F9E8E7E7B34}" srcOrd="1" destOrd="0" presId="urn:microsoft.com/office/officeart/2018/2/layout/IconLabelList"/>
    <dgm:cxn modelId="{74871E71-C4B7-4590-9B1D-5EE0E075EBC3}" type="presParOf" srcId="{284561A8-A8A9-4268-AF56-4D12EDE34672}" destId="{71BF62E0-5AFD-44AF-8C31-B05647BFEC82}" srcOrd="2" destOrd="0" presId="urn:microsoft.com/office/officeart/2018/2/layout/IconLabelList"/>
    <dgm:cxn modelId="{91CB485D-80DB-4572-B14A-57558B2891A4}" type="presParOf" srcId="{454C0A40-B988-41B2-8738-D8016A7899CC}" destId="{8F790ACA-B00E-42C7-976D-D7CFF6259D07}" srcOrd="1" destOrd="0" presId="urn:microsoft.com/office/officeart/2018/2/layout/IconLabelList"/>
    <dgm:cxn modelId="{F1756747-55DA-48C7-AD7C-377D5D6A9A0A}" type="presParOf" srcId="{454C0A40-B988-41B2-8738-D8016A7899CC}" destId="{C9EC5C64-26F4-4778-9B6E-FD4637B26A0C}" srcOrd="2" destOrd="0" presId="urn:microsoft.com/office/officeart/2018/2/layout/IconLabelList"/>
    <dgm:cxn modelId="{B25881E7-0C18-4241-B617-0674F891C2A7}" type="presParOf" srcId="{C9EC5C64-26F4-4778-9B6E-FD4637B26A0C}" destId="{C38CCC96-86EE-4D7B-83B9-C96D016696EF}" srcOrd="0" destOrd="0" presId="urn:microsoft.com/office/officeart/2018/2/layout/IconLabelList"/>
    <dgm:cxn modelId="{804300FE-1111-41EB-A05D-011AAF9847FD}" type="presParOf" srcId="{C9EC5C64-26F4-4778-9B6E-FD4637B26A0C}" destId="{02E64B1B-ED39-4972-B336-FF2BF77E32A9}" srcOrd="1" destOrd="0" presId="urn:microsoft.com/office/officeart/2018/2/layout/IconLabelList"/>
    <dgm:cxn modelId="{6D413FD9-3921-4BBE-BFBE-E0743467CD32}" type="presParOf" srcId="{C9EC5C64-26F4-4778-9B6E-FD4637B26A0C}" destId="{2A6436DE-122A-4538-A326-12907433DAC6}" srcOrd="2" destOrd="0" presId="urn:microsoft.com/office/officeart/2018/2/layout/IconLabelList"/>
    <dgm:cxn modelId="{059C47AC-3F3D-481F-9C95-54CEE23AD44B}" type="presParOf" srcId="{454C0A40-B988-41B2-8738-D8016A7899CC}" destId="{9625C719-85ED-4402-9E02-A471BFC5EF84}" srcOrd="3" destOrd="0" presId="urn:microsoft.com/office/officeart/2018/2/layout/IconLabelList"/>
    <dgm:cxn modelId="{CAEFF88E-9D9C-49BA-B96F-6DB762351730}" type="presParOf" srcId="{454C0A40-B988-41B2-8738-D8016A7899CC}" destId="{694D0C3C-4C4A-46DE-AD25-37880D39E84E}" srcOrd="4" destOrd="0" presId="urn:microsoft.com/office/officeart/2018/2/layout/IconLabelList"/>
    <dgm:cxn modelId="{BD06F75F-4404-452A-B371-C21ADE0ABE01}" type="presParOf" srcId="{694D0C3C-4C4A-46DE-AD25-37880D39E84E}" destId="{4AF78619-3249-41AD-8EC6-C08775BA7FBE}" srcOrd="0" destOrd="0" presId="urn:microsoft.com/office/officeart/2018/2/layout/IconLabelList"/>
    <dgm:cxn modelId="{F00B057B-CD45-4BA3-97D6-D41F64EC8D47}" type="presParOf" srcId="{694D0C3C-4C4A-46DE-AD25-37880D39E84E}" destId="{476EE36D-BF5B-4EB9-8F23-AE91914E1313}" srcOrd="1" destOrd="0" presId="urn:microsoft.com/office/officeart/2018/2/layout/IconLabelList"/>
    <dgm:cxn modelId="{8908F28D-3E44-43C6-B7F4-0F6FB3E3EE70}" type="presParOf" srcId="{694D0C3C-4C4A-46DE-AD25-37880D39E84E}" destId="{99FAEA67-46D0-4947-959F-4AE36775664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E83156-B389-4581-A510-6F517102E6E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A762401-CCED-4499-ABD9-F8C1C9E5E380}">
      <dgm:prSet/>
      <dgm:spPr/>
      <dgm:t>
        <a:bodyPr/>
        <a:lstStyle/>
        <a:p>
          <a:r>
            <a:rPr lang="en-US"/>
            <a:t>Trained on diverse datasets for both abstractive and extractive tasks.</a:t>
          </a:r>
        </a:p>
      </dgm:t>
    </dgm:pt>
    <dgm:pt modelId="{F822E592-1FC5-49E1-829C-69E5489E6036}" type="parTrans" cxnId="{1B73BE72-7D6C-48D4-A789-9340C0703D73}">
      <dgm:prSet/>
      <dgm:spPr/>
      <dgm:t>
        <a:bodyPr/>
        <a:lstStyle/>
        <a:p>
          <a:endParaRPr lang="en-US"/>
        </a:p>
      </dgm:t>
    </dgm:pt>
    <dgm:pt modelId="{80471576-E375-41D2-AC3A-141F8F0C648B}" type="sibTrans" cxnId="{1B73BE72-7D6C-48D4-A789-9340C0703D73}">
      <dgm:prSet/>
      <dgm:spPr/>
      <dgm:t>
        <a:bodyPr/>
        <a:lstStyle/>
        <a:p>
          <a:endParaRPr lang="en-US"/>
        </a:p>
      </dgm:t>
    </dgm:pt>
    <dgm:pt modelId="{B81089B8-2F22-4CF3-A330-96BB8A4DB251}">
      <dgm:prSet/>
      <dgm:spPr/>
      <dgm:t>
        <a:bodyPr/>
        <a:lstStyle/>
        <a:p>
          <a:r>
            <a:rPr lang="en-US" dirty="0"/>
            <a:t>Strong performance on summarization benchmarks like </a:t>
          </a:r>
          <a:r>
            <a:rPr lang="en-US" dirty="0" err="1"/>
            <a:t>XSum</a:t>
          </a:r>
          <a:r>
            <a:rPr lang="en-US" dirty="0"/>
            <a:t> and CNN.</a:t>
          </a:r>
        </a:p>
      </dgm:t>
    </dgm:pt>
    <dgm:pt modelId="{7394D819-9B1C-4692-B5FC-52E4E926D908}" type="parTrans" cxnId="{F779C4F9-6210-4993-9BD2-F0EA397C3F46}">
      <dgm:prSet/>
      <dgm:spPr/>
      <dgm:t>
        <a:bodyPr/>
        <a:lstStyle/>
        <a:p>
          <a:endParaRPr lang="en-US"/>
        </a:p>
      </dgm:t>
    </dgm:pt>
    <dgm:pt modelId="{E7CCCF01-9262-4025-8C29-F72A504DAF5D}" type="sibTrans" cxnId="{F779C4F9-6210-4993-9BD2-F0EA397C3F46}">
      <dgm:prSet/>
      <dgm:spPr/>
      <dgm:t>
        <a:bodyPr/>
        <a:lstStyle/>
        <a:p>
          <a:endParaRPr lang="en-US"/>
        </a:p>
      </dgm:t>
    </dgm:pt>
    <dgm:pt modelId="{1DDDFEB1-D5AC-48F3-91B0-6F0A402FDE07}">
      <dgm:prSet/>
      <dgm:spPr/>
      <dgm:t>
        <a:bodyPr/>
        <a:lstStyle/>
        <a:p>
          <a:r>
            <a:rPr lang="en-US"/>
            <a:t>Flexible architecture: suitable for both short and long-form text summarization.</a:t>
          </a:r>
        </a:p>
      </dgm:t>
    </dgm:pt>
    <dgm:pt modelId="{B688E560-61EB-433B-A2DE-093E48A64EA1}" type="parTrans" cxnId="{5A97362F-2329-4CDB-83A2-F5EA23377371}">
      <dgm:prSet/>
      <dgm:spPr/>
      <dgm:t>
        <a:bodyPr/>
        <a:lstStyle/>
        <a:p>
          <a:endParaRPr lang="en-US"/>
        </a:p>
      </dgm:t>
    </dgm:pt>
    <dgm:pt modelId="{498F54CB-B91F-42DD-B036-D6F0243984B9}" type="sibTrans" cxnId="{5A97362F-2329-4CDB-83A2-F5EA23377371}">
      <dgm:prSet/>
      <dgm:spPr/>
      <dgm:t>
        <a:bodyPr/>
        <a:lstStyle/>
        <a:p>
          <a:endParaRPr lang="en-US"/>
        </a:p>
      </dgm:t>
    </dgm:pt>
    <dgm:pt modelId="{98142AD5-9E98-3942-B88E-78CABB929482}" type="pres">
      <dgm:prSet presAssocID="{10E83156-B389-4581-A510-6F517102E6EB}" presName="linear" presStyleCnt="0">
        <dgm:presLayoutVars>
          <dgm:animLvl val="lvl"/>
          <dgm:resizeHandles val="exact"/>
        </dgm:presLayoutVars>
      </dgm:prSet>
      <dgm:spPr/>
    </dgm:pt>
    <dgm:pt modelId="{1FAF995C-5930-9646-9877-9E271B9A2035}" type="pres">
      <dgm:prSet presAssocID="{5A762401-CCED-4499-ABD9-F8C1C9E5E38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1DAAC73-8DCB-B946-8BA8-A5EC0F184A00}" type="pres">
      <dgm:prSet presAssocID="{80471576-E375-41D2-AC3A-141F8F0C648B}" presName="spacer" presStyleCnt="0"/>
      <dgm:spPr/>
    </dgm:pt>
    <dgm:pt modelId="{9F75817A-CFF4-2B43-B1DD-B8E07D16989B}" type="pres">
      <dgm:prSet presAssocID="{B81089B8-2F22-4CF3-A330-96BB8A4DB25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7CB0F73-FE79-1F4C-A11C-D2EDF96EC57F}" type="pres">
      <dgm:prSet presAssocID="{E7CCCF01-9262-4025-8C29-F72A504DAF5D}" presName="spacer" presStyleCnt="0"/>
      <dgm:spPr/>
    </dgm:pt>
    <dgm:pt modelId="{8E45184F-AC44-5E4B-8FE9-3817FA8ECFC6}" type="pres">
      <dgm:prSet presAssocID="{1DDDFEB1-D5AC-48F3-91B0-6F0A402FDE0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EBF9714-2E97-5C48-A8A7-283310806EEE}" type="presOf" srcId="{B81089B8-2F22-4CF3-A330-96BB8A4DB251}" destId="{9F75817A-CFF4-2B43-B1DD-B8E07D16989B}" srcOrd="0" destOrd="0" presId="urn:microsoft.com/office/officeart/2005/8/layout/vList2"/>
    <dgm:cxn modelId="{934B822D-1E21-6147-8647-A68EFD336487}" type="presOf" srcId="{5A762401-CCED-4499-ABD9-F8C1C9E5E380}" destId="{1FAF995C-5930-9646-9877-9E271B9A2035}" srcOrd="0" destOrd="0" presId="urn:microsoft.com/office/officeart/2005/8/layout/vList2"/>
    <dgm:cxn modelId="{5A97362F-2329-4CDB-83A2-F5EA23377371}" srcId="{10E83156-B389-4581-A510-6F517102E6EB}" destId="{1DDDFEB1-D5AC-48F3-91B0-6F0A402FDE07}" srcOrd="2" destOrd="0" parTransId="{B688E560-61EB-433B-A2DE-093E48A64EA1}" sibTransId="{498F54CB-B91F-42DD-B036-D6F0243984B9}"/>
    <dgm:cxn modelId="{1B73BE72-7D6C-48D4-A789-9340C0703D73}" srcId="{10E83156-B389-4581-A510-6F517102E6EB}" destId="{5A762401-CCED-4499-ABD9-F8C1C9E5E380}" srcOrd="0" destOrd="0" parTransId="{F822E592-1FC5-49E1-829C-69E5489E6036}" sibTransId="{80471576-E375-41D2-AC3A-141F8F0C648B}"/>
    <dgm:cxn modelId="{E91FFC7A-2B50-1041-A7D2-087B740F12A1}" type="presOf" srcId="{10E83156-B389-4581-A510-6F517102E6EB}" destId="{98142AD5-9E98-3942-B88E-78CABB929482}" srcOrd="0" destOrd="0" presId="urn:microsoft.com/office/officeart/2005/8/layout/vList2"/>
    <dgm:cxn modelId="{3CB613DC-7D84-174F-921D-B8AFD7C45ABD}" type="presOf" srcId="{1DDDFEB1-D5AC-48F3-91B0-6F0A402FDE07}" destId="{8E45184F-AC44-5E4B-8FE9-3817FA8ECFC6}" srcOrd="0" destOrd="0" presId="urn:microsoft.com/office/officeart/2005/8/layout/vList2"/>
    <dgm:cxn modelId="{F779C4F9-6210-4993-9BD2-F0EA397C3F46}" srcId="{10E83156-B389-4581-A510-6F517102E6EB}" destId="{B81089B8-2F22-4CF3-A330-96BB8A4DB251}" srcOrd="1" destOrd="0" parTransId="{7394D819-9B1C-4692-B5FC-52E4E926D908}" sibTransId="{E7CCCF01-9262-4025-8C29-F72A504DAF5D}"/>
    <dgm:cxn modelId="{178CCD3F-75E7-2646-AA97-EE0F62A07783}" type="presParOf" srcId="{98142AD5-9E98-3942-B88E-78CABB929482}" destId="{1FAF995C-5930-9646-9877-9E271B9A2035}" srcOrd="0" destOrd="0" presId="urn:microsoft.com/office/officeart/2005/8/layout/vList2"/>
    <dgm:cxn modelId="{4BED9A56-AD8E-0741-90FB-E75AF10FCE01}" type="presParOf" srcId="{98142AD5-9E98-3942-B88E-78CABB929482}" destId="{41DAAC73-8DCB-B946-8BA8-A5EC0F184A00}" srcOrd="1" destOrd="0" presId="urn:microsoft.com/office/officeart/2005/8/layout/vList2"/>
    <dgm:cxn modelId="{9AEE1B64-8F62-424F-BE0C-CA1E8B158A16}" type="presParOf" srcId="{98142AD5-9E98-3942-B88E-78CABB929482}" destId="{9F75817A-CFF4-2B43-B1DD-B8E07D16989B}" srcOrd="2" destOrd="0" presId="urn:microsoft.com/office/officeart/2005/8/layout/vList2"/>
    <dgm:cxn modelId="{D54C15BC-1946-8E45-8F17-7DB0EBD8018A}" type="presParOf" srcId="{98142AD5-9E98-3942-B88E-78CABB929482}" destId="{27CB0F73-FE79-1F4C-A11C-D2EDF96EC57F}" srcOrd="3" destOrd="0" presId="urn:microsoft.com/office/officeart/2005/8/layout/vList2"/>
    <dgm:cxn modelId="{725A114C-6C27-ED42-A25F-F3D6B11D53FB}" type="presParOf" srcId="{98142AD5-9E98-3942-B88E-78CABB929482}" destId="{8E45184F-AC44-5E4B-8FE9-3817FA8ECFC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0E83156-B389-4581-A510-6F517102E6E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A762401-CCED-4499-ABD9-F8C1C9E5E380}">
      <dgm:prSet/>
      <dgm:spPr/>
      <dgm:t>
        <a:bodyPr/>
        <a:lstStyle/>
        <a:p>
          <a:r>
            <a:rPr lang="en-US" b="1" dirty="0"/>
            <a:t>Pegasus: </a:t>
          </a:r>
          <a:r>
            <a:rPr lang="en-US" b="0" dirty="0"/>
            <a:t>Designed for abstractive summarization but requires substantial computational resources for training.</a:t>
          </a:r>
        </a:p>
      </dgm:t>
    </dgm:pt>
    <dgm:pt modelId="{F822E592-1FC5-49E1-829C-69E5489E6036}" type="parTrans" cxnId="{1B73BE72-7D6C-48D4-A789-9340C0703D73}">
      <dgm:prSet/>
      <dgm:spPr/>
      <dgm:t>
        <a:bodyPr/>
        <a:lstStyle/>
        <a:p>
          <a:endParaRPr lang="en-US"/>
        </a:p>
      </dgm:t>
    </dgm:pt>
    <dgm:pt modelId="{80471576-E375-41D2-AC3A-141F8F0C648B}" type="sibTrans" cxnId="{1B73BE72-7D6C-48D4-A789-9340C0703D73}">
      <dgm:prSet/>
      <dgm:spPr/>
      <dgm:t>
        <a:bodyPr/>
        <a:lstStyle/>
        <a:p>
          <a:endParaRPr lang="en-US"/>
        </a:p>
      </dgm:t>
    </dgm:pt>
    <dgm:pt modelId="{B81089B8-2F22-4CF3-A330-96BB8A4DB251}">
      <dgm:prSet/>
      <dgm:spPr/>
      <dgm:t>
        <a:bodyPr/>
        <a:lstStyle/>
        <a:p>
          <a:r>
            <a:rPr lang="en-US" b="1" dirty="0"/>
            <a:t>T5: </a:t>
          </a:r>
          <a:r>
            <a:rPr lang="en-US" dirty="0"/>
            <a:t>A text-to-text model with summarization capabilities, though it demands extensive memory and fine-tuning time.</a:t>
          </a:r>
        </a:p>
      </dgm:t>
    </dgm:pt>
    <dgm:pt modelId="{7394D819-9B1C-4692-B5FC-52E4E926D908}" type="parTrans" cxnId="{F779C4F9-6210-4993-9BD2-F0EA397C3F46}">
      <dgm:prSet/>
      <dgm:spPr/>
      <dgm:t>
        <a:bodyPr/>
        <a:lstStyle/>
        <a:p>
          <a:endParaRPr lang="en-US"/>
        </a:p>
      </dgm:t>
    </dgm:pt>
    <dgm:pt modelId="{E7CCCF01-9262-4025-8C29-F72A504DAF5D}" type="sibTrans" cxnId="{F779C4F9-6210-4993-9BD2-F0EA397C3F46}">
      <dgm:prSet/>
      <dgm:spPr/>
      <dgm:t>
        <a:bodyPr/>
        <a:lstStyle/>
        <a:p>
          <a:endParaRPr lang="en-US"/>
        </a:p>
      </dgm:t>
    </dgm:pt>
    <dgm:pt modelId="{1DDDFEB1-D5AC-48F3-91B0-6F0A402FDE07}">
      <dgm:prSet/>
      <dgm:spPr/>
      <dgm:t>
        <a:bodyPr/>
        <a:lstStyle/>
        <a:p>
          <a:r>
            <a:rPr lang="en-US" b="1" dirty="0"/>
            <a:t>Limitations: </a:t>
          </a:r>
          <a:r>
            <a:rPr lang="en-US" dirty="0"/>
            <a:t>Pegasus model is not tested due to challenges in loading and training on available hardware.</a:t>
          </a:r>
        </a:p>
      </dgm:t>
    </dgm:pt>
    <dgm:pt modelId="{B688E560-61EB-433B-A2DE-093E48A64EA1}" type="parTrans" cxnId="{5A97362F-2329-4CDB-83A2-F5EA23377371}">
      <dgm:prSet/>
      <dgm:spPr/>
      <dgm:t>
        <a:bodyPr/>
        <a:lstStyle/>
        <a:p>
          <a:endParaRPr lang="en-US"/>
        </a:p>
      </dgm:t>
    </dgm:pt>
    <dgm:pt modelId="{498F54CB-B91F-42DD-B036-D6F0243984B9}" type="sibTrans" cxnId="{5A97362F-2329-4CDB-83A2-F5EA23377371}">
      <dgm:prSet/>
      <dgm:spPr/>
      <dgm:t>
        <a:bodyPr/>
        <a:lstStyle/>
        <a:p>
          <a:endParaRPr lang="en-US"/>
        </a:p>
      </dgm:t>
    </dgm:pt>
    <dgm:pt modelId="{98142AD5-9E98-3942-B88E-78CABB929482}" type="pres">
      <dgm:prSet presAssocID="{10E83156-B389-4581-A510-6F517102E6EB}" presName="linear" presStyleCnt="0">
        <dgm:presLayoutVars>
          <dgm:animLvl val="lvl"/>
          <dgm:resizeHandles val="exact"/>
        </dgm:presLayoutVars>
      </dgm:prSet>
      <dgm:spPr/>
    </dgm:pt>
    <dgm:pt modelId="{1FAF995C-5930-9646-9877-9E271B9A2035}" type="pres">
      <dgm:prSet presAssocID="{5A762401-CCED-4499-ABD9-F8C1C9E5E38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1DAAC73-8DCB-B946-8BA8-A5EC0F184A00}" type="pres">
      <dgm:prSet presAssocID="{80471576-E375-41D2-AC3A-141F8F0C648B}" presName="spacer" presStyleCnt="0"/>
      <dgm:spPr/>
    </dgm:pt>
    <dgm:pt modelId="{9F75817A-CFF4-2B43-B1DD-B8E07D16989B}" type="pres">
      <dgm:prSet presAssocID="{B81089B8-2F22-4CF3-A330-96BB8A4DB25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7CB0F73-FE79-1F4C-A11C-D2EDF96EC57F}" type="pres">
      <dgm:prSet presAssocID="{E7CCCF01-9262-4025-8C29-F72A504DAF5D}" presName="spacer" presStyleCnt="0"/>
      <dgm:spPr/>
    </dgm:pt>
    <dgm:pt modelId="{8E45184F-AC44-5E4B-8FE9-3817FA8ECFC6}" type="pres">
      <dgm:prSet presAssocID="{1DDDFEB1-D5AC-48F3-91B0-6F0A402FDE0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EBF9714-2E97-5C48-A8A7-283310806EEE}" type="presOf" srcId="{B81089B8-2F22-4CF3-A330-96BB8A4DB251}" destId="{9F75817A-CFF4-2B43-B1DD-B8E07D16989B}" srcOrd="0" destOrd="0" presId="urn:microsoft.com/office/officeart/2005/8/layout/vList2"/>
    <dgm:cxn modelId="{934B822D-1E21-6147-8647-A68EFD336487}" type="presOf" srcId="{5A762401-CCED-4499-ABD9-F8C1C9E5E380}" destId="{1FAF995C-5930-9646-9877-9E271B9A2035}" srcOrd="0" destOrd="0" presId="urn:microsoft.com/office/officeart/2005/8/layout/vList2"/>
    <dgm:cxn modelId="{5A97362F-2329-4CDB-83A2-F5EA23377371}" srcId="{10E83156-B389-4581-A510-6F517102E6EB}" destId="{1DDDFEB1-D5AC-48F3-91B0-6F0A402FDE07}" srcOrd="2" destOrd="0" parTransId="{B688E560-61EB-433B-A2DE-093E48A64EA1}" sibTransId="{498F54CB-B91F-42DD-B036-D6F0243984B9}"/>
    <dgm:cxn modelId="{1B73BE72-7D6C-48D4-A789-9340C0703D73}" srcId="{10E83156-B389-4581-A510-6F517102E6EB}" destId="{5A762401-CCED-4499-ABD9-F8C1C9E5E380}" srcOrd="0" destOrd="0" parTransId="{F822E592-1FC5-49E1-829C-69E5489E6036}" sibTransId="{80471576-E375-41D2-AC3A-141F8F0C648B}"/>
    <dgm:cxn modelId="{E91FFC7A-2B50-1041-A7D2-087B740F12A1}" type="presOf" srcId="{10E83156-B389-4581-A510-6F517102E6EB}" destId="{98142AD5-9E98-3942-B88E-78CABB929482}" srcOrd="0" destOrd="0" presId="urn:microsoft.com/office/officeart/2005/8/layout/vList2"/>
    <dgm:cxn modelId="{3CB613DC-7D84-174F-921D-B8AFD7C45ABD}" type="presOf" srcId="{1DDDFEB1-D5AC-48F3-91B0-6F0A402FDE07}" destId="{8E45184F-AC44-5E4B-8FE9-3817FA8ECFC6}" srcOrd="0" destOrd="0" presId="urn:microsoft.com/office/officeart/2005/8/layout/vList2"/>
    <dgm:cxn modelId="{F779C4F9-6210-4993-9BD2-F0EA397C3F46}" srcId="{10E83156-B389-4581-A510-6F517102E6EB}" destId="{B81089B8-2F22-4CF3-A330-96BB8A4DB251}" srcOrd="1" destOrd="0" parTransId="{7394D819-9B1C-4692-B5FC-52E4E926D908}" sibTransId="{E7CCCF01-9262-4025-8C29-F72A504DAF5D}"/>
    <dgm:cxn modelId="{178CCD3F-75E7-2646-AA97-EE0F62A07783}" type="presParOf" srcId="{98142AD5-9E98-3942-B88E-78CABB929482}" destId="{1FAF995C-5930-9646-9877-9E271B9A2035}" srcOrd="0" destOrd="0" presId="urn:microsoft.com/office/officeart/2005/8/layout/vList2"/>
    <dgm:cxn modelId="{4BED9A56-AD8E-0741-90FB-E75AF10FCE01}" type="presParOf" srcId="{98142AD5-9E98-3942-B88E-78CABB929482}" destId="{41DAAC73-8DCB-B946-8BA8-A5EC0F184A00}" srcOrd="1" destOrd="0" presId="urn:microsoft.com/office/officeart/2005/8/layout/vList2"/>
    <dgm:cxn modelId="{9AEE1B64-8F62-424F-BE0C-CA1E8B158A16}" type="presParOf" srcId="{98142AD5-9E98-3942-B88E-78CABB929482}" destId="{9F75817A-CFF4-2B43-B1DD-B8E07D16989B}" srcOrd="2" destOrd="0" presId="urn:microsoft.com/office/officeart/2005/8/layout/vList2"/>
    <dgm:cxn modelId="{D54C15BC-1946-8E45-8F17-7DB0EBD8018A}" type="presParOf" srcId="{98142AD5-9E98-3942-B88E-78CABB929482}" destId="{27CB0F73-FE79-1F4C-A11C-D2EDF96EC57F}" srcOrd="3" destOrd="0" presId="urn:microsoft.com/office/officeart/2005/8/layout/vList2"/>
    <dgm:cxn modelId="{725A114C-6C27-ED42-A25F-F3D6B11D53FB}" type="presParOf" srcId="{98142AD5-9E98-3942-B88E-78CABB929482}" destId="{8E45184F-AC44-5E4B-8FE9-3817FA8ECFC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0E83156-B389-4581-A510-6F517102E6E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A762401-CCED-4499-ABD9-F8C1C9E5E380}">
      <dgm:prSet/>
      <dgm:spPr/>
      <dgm:t>
        <a:bodyPr/>
        <a:lstStyle/>
        <a:p>
          <a:r>
            <a:rPr lang="en-US" b="1" dirty="0"/>
            <a:t>Contextual Insights: </a:t>
          </a:r>
          <a:r>
            <a:rPr lang="en-US" b="0" dirty="0"/>
            <a:t>Summarization provides a high-level overview, while NER extracts entities like names, dates, and locations.</a:t>
          </a:r>
        </a:p>
      </dgm:t>
    </dgm:pt>
    <dgm:pt modelId="{F822E592-1FC5-49E1-829C-69E5489E6036}" type="parTrans" cxnId="{1B73BE72-7D6C-48D4-A789-9340C0703D73}">
      <dgm:prSet/>
      <dgm:spPr/>
      <dgm:t>
        <a:bodyPr/>
        <a:lstStyle/>
        <a:p>
          <a:endParaRPr lang="en-US"/>
        </a:p>
      </dgm:t>
    </dgm:pt>
    <dgm:pt modelId="{80471576-E375-41D2-AC3A-141F8F0C648B}" type="sibTrans" cxnId="{1B73BE72-7D6C-48D4-A789-9340C0703D73}">
      <dgm:prSet/>
      <dgm:spPr/>
      <dgm:t>
        <a:bodyPr/>
        <a:lstStyle/>
        <a:p>
          <a:endParaRPr lang="en-US"/>
        </a:p>
      </dgm:t>
    </dgm:pt>
    <dgm:pt modelId="{B81089B8-2F22-4CF3-A330-96BB8A4DB251}">
      <dgm:prSet/>
      <dgm:spPr/>
      <dgm:t>
        <a:bodyPr/>
        <a:lstStyle/>
        <a:p>
          <a:r>
            <a:rPr lang="en-US" b="1" dirty="0"/>
            <a:t>Enhanced Understanding: </a:t>
          </a:r>
          <a:r>
            <a:rPr lang="en-US" b="0" dirty="0"/>
            <a:t>Helps identify key actors, timelines, and organizations within summarized content.</a:t>
          </a:r>
        </a:p>
      </dgm:t>
    </dgm:pt>
    <dgm:pt modelId="{7394D819-9B1C-4692-B5FC-52E4E926D908}" type="parTrans" cxnId="{F779C4F9-6210-4993-9BD2-F0EA397C3F46}">
      <dgm:prSet/>
      <dgm:spPr/>
      <dgm:t>
        <a:bodyPr/>
        <a:lstStyle/>
        <a:p>
          <a:endParaRPr lang="en-US"/>
        </a:p>
      </dgm:t>
    </dgm:pt>
    <dgm:pt modelId="{E7CCCF01-9262-4025-8C29-F72A504DAF5D}" type="sibTrans" cxnId="{F779C4F9-6210-4993-9BD2-F0EA397C3F46}">
      <dgm:prSet/>
      <dgm:spPr/>
      <dgm:t>
        <a:bodyPr/>
        <a:lstStyle/>
        <a:p>
          <a:endParaRPr lang="en-US"/>
        </a:p>
      </dgm:t>
    </dgm:pt>
    <dgm:pt modelId="{1DDDFEB1-D5AC-48F3-91B0-6F0A402FDE07}">
      <dgm:prSet/>
      <dgm:spPr/>
      <dgm:t>
        <a:bodyPr/>
        <a:lstStyle/>
        <a:p>
          <a:r>
            <a:rPr lang="en-US" b="1" dirty="0" err="1"/>
            <a:t>SpaCy</a:t>
          </a:r>
          <a:r>
            <a:rPr lang="en-US" b="1" dirty="0"/>
            <a:t>: </a:t>
          </a:r>
          <a:r>
            <a:rPr lang="en-US" b="0" dirty="0"/>
            <a:t>Pre-trained pipelines for general-purpose NER.</a:t>
          </a:r>
        </a:p>
      </dgm:t>
    </dgm:pt>
    <dgm:pt modelId="{B688E560-61EB-433B-A2DE-093E48A64EA1}" type="parTrans" cxnId="{5A97362F-2329-4CDB-83A2-F5EA23377371}">
      <dgm:prSet/>
      <dgm:spPr/>
      <dgm:t>
        <a:bodyPr/>
        <a:lstStyle/>
        <a:p>
          <a:endParaRPr lang="en-US"/>
        </a:p>
      </dgm:t>
    </dgm:pt>
    <dgm:pt modelId="{498F54CB-B91F-42DD-B036-D6F0243984B9}" type="sibTrans" cxnId="{5A97362F-2329-4CDB-83A2-F5EA23377371}">
      <dgm:prSet/>
      <dgm:spPr/>
      <dgm:t>
        <a:bodyPr/>
        <a:lstStyle/>
        <a:p>
          <a:endParaRPr lang="en-US"/>
        </a:p>
      </dgm:t>
    </dgm:pt>
    <dgm:pt modelId="{98142AD5-9E98-3942-B88E-78CABB929482}" type="pres">
      <dgm:prSet presAssocID="{10E83156-B389-4581-A510-6F517102E6EB}" presName="linear" presStyleCnt="0">
        <dgm:presLayoutVars>
          <dgm:animLvl val="lvl"/>
          <dgm:resizeHandles val="exact"/>
        </dgm:presLayoutVars>
      </dgm:prSet>
      <dgm:spPr/>
    </dgm:pt>
    <dgm:pt modelId="{1FAF995C-5930-9646-9877-9E271B9A2035}" type="pres">
      <dgm:prSet presAssocID="{5A762401-CCED-4499-ABD9-F8C1C9E5E38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1DAAC73-8DCB-B946-8BA8-A5EC0F184A00}" type="pres">
      <dgm:prSet presAssocID="{80471576-E375-41D2-AC3A-141F8F0C648B}" presName="spacer" presStyleCnt="0"/>
      <dgm:spPr/>
    </dgm:pt>
    <dgm:pt modelId="{9F75817A-CFF4-2B43-B1DD-B8E07D16989B}" type="pres">
      <dgm:prSet presAssocID="{B81089B8-2F22-4CF3-A330-96BB8A4DB25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7CB0F73-FE79-1F4C-A11C-D2EDF96EC57F}" type="pres">
      <dgm:prSet presAssocID="{E7CCCF01-9262-4025-8C29-F72A504DAF5D}" presName="spacer" presStyleCnt="0"/>
      <dgm:spPr/>
    </dgm:pt>
    <dgm:pt modelId="{8E45184F-AC44-5E4B-8FE9-3817FA8ECFC6}" type="pres">
      <dgm:prSet presAssocID="{1DDDFEB1-D5AC-48F3-91B0-6F0A402FDE0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EBF9714-2E97-5C48-A8A7-283310806EEE}" type="presOf" srcId="{B81089B8-2F22-4CF3-A330-96BB8A4DB251}" destId="{9F75817A-CFF4-2B43-B1DD-B8E07D16989B}" srcOrd="0" destOrd="0" presId="urn:microsoft.com/office/officeart/2005/8/layout/vList2"/>
    <dgm:cxn modelId="{934B822D-1E21-6147-8647-A68EFD336487}" type="presOf" srcId="{5A762401-CCED-4499-ABD9-F8C1C9E5E380}" destId="{1FAF995C-5930-9646-9877-9E271B9A2035}" srcOrd="0" destOrd="0" presId="urn:microsoft.com/office/officeart/2005/8/layout/vList2"/>
    <dgm:cxn modelId="{5A97362F-2329-4CDB-83A2-F5EA23377371}" srcId="{10E83156-B389-4581-A510-6F517102E6EB}" destId="{1DDDFEB1-D5AC-48F3-91B0-6F0A402FDE07}" srcOrd="2" destOrd="0" parTransId="{B688E560-61EB-433B-A2DE-093E48A64EA1}" sibTransId="{498F54CB-B91F-42DD-B036-D6F0243984B9}"/>
    <dgm:cxn modelId="{1B73BE72-7D6C-48D4-A789-9340C0703D73}" srcId="{10E83156-B389-4581-A510-6F517102E6EB}" destId="{5A762401-CCED-4499-ABD9-F8C1C9E5E380}" srcOrd="0" destOrd="0" parTransId="{F822E592-1FC5-49E1-829C-69E5489E6036}" sibTransId="{80471576-E375-41D2-AC3A-141F8F0C648B}"/>
    <dgm:cxn modelId="{E91FFC7A-2B50-1041-A7D2-087B740F12A1}" type="presOf" srcId="{10E83156-B389-4581-A510-6F517102E6EB}" destId="{98142AD5-9E98-3942-B88E-78CABB929482}" srcOrd="0" destOrd="0" presId="urn:microsoft.com/office/officeart/2005/8/layout/vList2"/>
    <dgm:cxn modelId="{3CB613DC-7D84-174F-921D-B8AFD7C45ABD}" type="presOf" srcId="{1DDDFEB1-D5AC-48F3-91B0-6F0A402FDE07}" destId="{8E45184F-AC44-5E4B-8FE9-3817FA8ECFC6}" srcOrd="0" destOrd="0" presId="urn:microsoft.com/office/officeart/2005/8/layout/vList2"/>
    <dgm:cxn modelId="{F779C4F9-6210-4993-9BD2-F0EA397C3F46}" srcId="{10E83156-B389-4581-A510-6F517102E6EB}" destId="{B81089B8-2F22-4CF3-A330-96BB8A4DB251}" srcOrd="1" destOrd="0" parTransId="{7394D819-9B1C-4692-B5FC-52E4E926D908}" sibTransId="{E7CCCF01-9262-4025-8C29-F72A504DAF5D}"/>
    <dgm:cxn modelId="{178CCD3F-75E7-2646-AA97-EE0F62A07783}" type="presParOf" srcId="{98142AD5-9E98-3942-B88E-78CABB929482}" destId="{1FAF995C-5930-9646-9877-9E271B9A2035}" srcOrd="0" destOrd="0" presId="urn:microsoft.com/office/officeart/2005/8/layout/vList2"/>
    <dgm:cxn modelId="{4BED9A56-AD8E-0741-90FB-E75AF10FCE01}" type="presParOf" srcId="{98142AD5-9E98-3942-B88E-78CABB929482}" destId="{41DAAC73-8DCB-B946-8BA8-A5EC0F184A00}" srcOrd="1" destOrd="0" presId="urn:microsoft.com/office/officeart/2005/8/layout/vList2"/>
    <dgm:cxn modelId="{9AEE1B64-8F62-424F-BE0C-CA1E8B158A16}" type="presParOf" srcId="{98142AD5-9E98-3942-B88E-78CABB929482}" destId="{9F75817A-CFF4-2B43-B1DD-B8E07D16989B}" srcOrd="2" destOrd="0" presId="urn:microsoft.com/office/officeart/2005/8/layout/vList2"/>
    <dgm:cxn modelId="{D54C15BC-1946-8E45-8F17-7DB0EBD8018A}" type="presParOf" srcId="{98142AD5-9E98-3942-B88E-78CABB929482}" destId="{27CB0F73-FE79-1F4C-A11C-D2EDF96EC57F}" srcOrd="3" destOrd="0" presId="urn:microsoft.com/office/officeart/2005/8/layout/vList2"/>
    <dgm:cxn modelId="{725A114C-6C27-ED42-A25F-F3D6B11D53FB}" type="presParOf" srcId="{98142AD5-9E98-3942-B88E-78CABB929482}" destId="{8E45184F-AC44-5E4B-8FE9-3817FA8ECFC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2FF250C-A7C5-42DD-B5B3-1F2D5BF0EE2A}" type="doc">
      <dgm:prSet loTypeId="urn:microsoft.com/office/officeart/2005/8/layout/hierarchy3" loCatId="hierarchy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4CAAB43-B6E4-A94A-9B74-EAD8245516D5}" type="pres">
      <dgm:prSet presAssocID="{F2FF250C-A7C5-42DD-B5B3-1F2D5BF0EE2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</dgm:ptLst>
  <dgm:cxnLst>
    <dgm:cxn modelId="{388C26B8-8BF1-B04C-974B-78C28648E3C7}" type="presOf" srcId="{F2FF250C-A7C5-42DD-B5B3-1F2D5BF0EE2A}" destId="{14CAAB43-B6E4-A94A-9B74-EAD8245516D5}" srcOrd="0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C743DC0-652A-40BB-ADF4-8B1FA0784FA6}" type="doc">
      <dgm:prSet loTypeId="urn:microsoft.com/office/officeart/2005/8/layout/vList2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9AB3FD3-9BBB-4096-BDD8-222A2BED3A46}">
      <dgm:prSet/>
      <dgm:spPr/>
      <dgm:t>
        <a:bodyPr/>
        <a:lstStyle/>
        <a:p>
          <a:r>
            <a:rPr lang="en-US" b="1"/>
            <a:t>ROUGE</a:t>
          </a:r>
          <a:r>
            <a:rPr lang="en-US"/>
            <a:t> (Recall-Oriented Understudy for Gisting Evaluation) measures the overlap of n-grams, word sequences, or longest common subsequences between generated and reference summaries.</a:t>
          </a:r>
        </a:p>
      </dgm:t>
    </dgm:pt>
    <dgm:pt modelId="{AF9BFC74-CA76-4F25-8A62-1C5D33AFCC10}" type="parTrans" cxnId="{78B0BDF9-72DE-47D1-B704-B8B8D0C855F0}">
      <dgm:prSet/>
      <dgm:spPr/>
      <dgm:t>
        <a:bodyPr/>
        <a:lstStyle/>
        <a:p>
          <a:endParaRPr lang="en-US"/>
        </a:p>
      </dgm:t>
    </dgm:pt>
    <dgm:pt modelId="{1E92E49F-F733-431E-9EDC-AB54858A1D03}" type="sibTrans" cxnId="{78B0BDF9-72DE-47D1-B704-B8B8D0C855F0}">
      <dgm:prSet/>
      <dgm:spPr/>
      <dgm:t>
        <a:bodyPr/>
        <a:lstStyle/>
        <a:p>
          <a:endParaRPr lang="en-US"/>
        </a:p>
      </dgm:t>
    </dgm:pt>
    <dgm:pt modelId="{82862000-1696-4874-892B-D14402DCBD72}">
      <dgm:prSet/>
      <dgm:spPr/>
      <dgm:t>
        <a:bodyPr/>
        <a:lstStyle/>
        <a:p>
          <a:r>
            <a:rPr lang="en-US"/>
            <a:t>Higher ROUGE scores indicate better alignment with human-generated summaries, reflecting the model's quality.</a:t>
          </a:r>
        </a:p>
      </dgm:t>
    </dgm:pt>
    <dgm:pt modelId="{45D1E222-0AE4-4210-8DCD-06EC7C3EC581}" type="parTrans" cxnId="{30A4CFE9-AAA7-4F7E-B0D9-095D262B8F96}">
      <dgm:prSet/>
      <dgm:spPr/>
      <dgm:t>
        <a:bodyPr/>
        <a:lstStyle/>
        <a:p>
          <a:endParaRPr lang="en-US"/>
        </a:p>
      </dgm:t>
    </dgm:pt>
    <dgm:pt modelId="{970CA595-2580-4ADE-BA63-058714F60444}" type="sibTrans" cxnId="{30A4CFE9-AAA7-4F7E-B0D9-095D262B8F96}">
      <dgm:prSet/>
      <dgm:spPr/>
      <dgm:t>
        <a:bodyPr/>
        <a:lstStyle/>
        <a:p>
          <a:endParaRPr lang="en-US"/>
        </a:p>
      </dgm:t>
    </dgm:pt>
    <dgm:pt modelId="{96490F36-965D-4C01-AFA4-ECD47321F764}">
      <dgm:prSet/>
      <dgm:spPr/>
      <dgm:t>
        <a:bodyPr/>
        <a:lstStyle/>
        <a:p>
          <a:r>
            <a:rPr lang="en-US" dirty="0"/>
            <a:t>ROUGE-1: Unigram overlap 		ROUGE-2: Bigram overlap</a:t>
          </a:r>
        </a:p>
      </dgm:t>
    </dgm:pt>
    <dgm:pt modelId="{7FFD0686-69AE-4F97-8C61-3A6B160949A8}" type="parTrans" cxnId="{A2C672BC-777B-4015-9501-9ADF20614B85}">
      <dgm:prSet/>
      <dgm:spPr/>
      <dgm:t>
        <a:bodyPr/>
        <a:lstStyle/>
        <a:p>
          <a:endParaRPr lang="en-US"/>
        </a:p>
      </dgm:t>
    </dgm:pt>
    <dgm:pt modelId="{092F1020-05AF-4AA8-ADD6-51FB141C6A0D}" type="sibTrans" cxnId="{A2C672BC-777B-4015-9501-9ADF20614B85}">
      <dgm:prSet/>
      <dgm:spPr/>
      <dgm:t>
        <a:bodyPr/>
        <a:lstStyle/>
        <a:p>
          <a:endParaRPr lang="en-US"/>
        </a:p>
      </dgm:t>
    </dgm:pt>
    <dgm:pt modelId="{77F6B362-D5C0-4EB8-8141-2054FDD17C78}">
      <dgm:prSet/>
      <dgm:spPr/>
      <dgm:t>
        <a:bodyPr/>
        <a:lstStyle/>
        <a:p>
          <a:r>
            <a:rPr lang="en-US" dirty="0"/>
            <a:t>ROUGE-L: Longest common subsequence</a:t>
          </a:r>
        </a:p>
      </dgm:t>
    </dgm:pt>
    <dgm:pt modelId="{414213D5-7DB8-435F-80AF-1736CD0DF18E}" type="parTrans" cxnId="{64CBE211-0F32-42DC-A8D8-401838D6756A}">
      <dgm:prSet/>
      <dgm:spPr/>
      <dgm:t>
        <a:bodyPr/>
        <a:lstStyle/>
        <a:p>
          <a:endParaRPr lang="en-US"/>
        </a:p>
      </dgm:t>
    </dgm:pt>
    <dgm:pt modelId="{3A6C4854-7F73-44A5-88F8-C10A7299930A}" type="sibTrans" cxnId="{64CBE211-0F32-42DC-A8D8-401838D6756A}">
      <dgm:prSet/>
      <dgm:spPr/>
      <dgm:t>
        <a:bodyPr/>
        <a:lstStyle/>
        <a:p>
          <a:endParaRPr lang="en-US"/>
        </a:p>
      </dgm:t>
    </dgm:pt>
    <dgm:pt modelId="{C10815A6-B812-4AD6-9BD3-881D558E31B9}">
      <dgm:prSet/>
      <dgm:spPr/>
      <dgm:t>
        <a:bodyPr/>
        <a:lstStyle/>
        <a:p>
          <a:r>
            <a:rPr lang="en-US" dirty="0"/>
            <a:t>These ROUGE scores indicate the model effectively captures key words, phrases, and sequence structures, performing competitively in abstractive summarization tasks.</a:t>
          </a:r>
        </a:p>
      </dgm:t>
    </dgm:pt>
    <dgm:pt modelId="{7C8AFDD9-FDAF-4349-88BA-8C5CE878BE28}" type="parTrans" cxnId="{3D07071E-E20F-4734-B79A-AB45F1611AAA}">
      <dgm:prSet/>
      <dgm:spPr/>
      <dgm:t>
        <a:bodyPr/>
        <a:lstStyle/>
        <a:p>
          <a:endParaRPr lang="en-US"/>
        </a:p>
      </dgm:t>
    </dgm:pt>
    <dgm:pt modelId="{6DCF4A72-AC41-4762-A6DF-E85CDC7FDE5C}" type="sibTrans" cxnId="{3D07071E-E20F-4734-B79A-AB45F1611AAA}">
      <dgm:prSet/>
      <dgm:spPr/>
      <dgm:t>
        <a:bodyPr/>
        <a:lstStyle/>
        <a:p>
          <a:endParaRPr lang="en-US"/>
        </a:p>
      </dgm:t>
    </dgm:pt>
    <dgm:pt modelId="{33745AF1-E3CE-2449-A290-7EE0F5DE8B05}" type="pres">
      <dgm:prSet presAssocID="{5C743DC0-652A-40BB-ADF4-8B1FA0784FA6}" presName="linear" presStyleCnt="0">
        <dgm:presLayoutVars>
          <dgm:animLvl val="lvl"/>
          <dgm:resizeHandles val="exact"/>
        </dgm:presLayoutVars>
      </dgm:prSet>
      <dgm:spPr/>
    </dgm:pt>
    <dgm:pt modelId="{417BDCFF-462C-5147-80A4-34AE12E8E43D}" type="pres">
      <dgm:prSet presAssocID="{39AB3FD3-9BBB-4096-BDD8-222A2BED3A4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B9F086C-4EAC-2B47-8744-67EF20A0E292}" type="pres">
      <dgm:prSet presAssocID="{1E92E49F-F733-431E-9EDC-AB54858A1D03}" presName="spacer" presStyleCnt="0"/>
      <dgm:spPr/>
    </dgm:pt>
    <dgm:pt modelId="{7D2DC785-151A-8B46-8411-BE92A9D8DE7E}" type="pres">
      <dgm:prSet presAssocID="{82862000-1696-4874-892B-D14402DCBD7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56070BF-A89A-514C-840B-FE27AFF4562C}" type="pres">
      <dgm:prSet presAssocID="{970CA595-2580-4ADE-BA63-058714F60444}" presName="spacer" presStyleCnt="0"/>
      <dgm:spPr/>
    </dgm:pt>
    <dgm:pt modelId="{09E99D1C-B21D-4149-A61F-46F3A6BCC57C}" type="pres">
      <dgm:prSet presAssocID="{96490F36-965D-4C01-AFA4-ECD47321F76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18CEC8D-A0FF-6A4B-A443-B914C349D2AD}" type="pres">
      <dgm:prSet presAssocID="{092F1020-05AF-4AA8-ADD6-51FB141C6A0D}" presName="spacer" presStyleCnt="0"/>
      <dgm:spPr/>
    </dgm:pt>
    <dgm:pt modelId="{8F7050EA-5013-3A48-9141-5AD3CFA2AB09}" type="pres">
      <dgm:prSet presAssocID="{77F6B362-D5C0-4EB8-8141-2054FDD17C7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AAADA94-1DE5-7443-9F26-68C2FAC773E4}" type="pres">
      <dgm:prSet presAssocID="{3A6C4854-7F73-44A5-88F8-C10A7299930A}" presName="spacer" presStyleCnt="0"/>
      <dgm:spPr/>
    </dgm:pt>
    <dgm:pt modelId="{5A370B22-D56D-0D49-864E-A29632E7F048}" type="pres">
      <dgm:prSet presAssocID="{C10815A6-B812-4AD6-9BD3-881D558E31B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4CBE211-0F32-42DC-A8D8-401838D6756A}" srcId="{5C743DC0-652A-40BB-ADF4-8B1FA0784FA6}" destId="{77F6B362-D5C0-4EB8-8141-2054FDD17C78}" srcOrd="3" destOrd="0" parTransId="{414213D5-7DB8-435F-80AF-1736CD0DF18E}" sibTransId="{3A6C4854-7F73-44A5-88F8-C10A7299930A}"/>
    <dgm:cxn modelId="{2E50FD17-B6D4-DF49-B315-4806D8221368}" type="presOf" srcId="{C10815A6-B812-4AD6-9BD3-881D558E31B9}" destId="{5A370B22-D56D-0D49-864E-A29632E7F048}" srcOrd="0" destOrd="0" presId="urn:microsoft.com/office/officeart/2005/8/layout/vList2"/>
    <dgm:cxn modelId="{3D07071E-E20F-4734-B79A-AB45F1611AAA}" srcId="{5C743DC0-652A-40BB-ADF4-8B1FA0784FA6}" destId="{C10815A6-B812-4AD6-9BD3-881D558E31B9}" srcOrd="4" destOrd="0" parTransId="{7C8AFDD9-FDAF-4349-88BA-8C5CE878BE28}" sibTransId="{6DCF4A72-AC41-4762-A6DF-E85CDC7FDE5C}"/>
    <dgm:cxn modelId="{57B0267E-3AEC-3B4C-BC08-153E648F9804}" type="presOf" srcId="{96490F36-965D-4C01-AFA4-ECD47321F764}" destId="{09E99D1C-B21D-4149-A61F-46F3A6BCC57C}" srcOrd="0" destOrd="0" presId="urn:microsoft.com/office/officeart/2005/8/layout/vList2"/>
    <dgm:cxn modelId="{CC0223A8-99EC-1349-B4C6-9B93FBE4F93C}" type="presOf" srcId="{39AB3FD3-9BBB-4096-BDD8-222A2BED3A46}" destId="{417BDCFF-462C-5147-80A4-34AE12E8E43D}" srcOrd="0" destOrd="0" presId="urn:microsoft.com/office/officeart/2005/8/layout/vList2"/>
    <dgm:cxn modelId="{C8225AB5-27C8-2D4C-A601-DE9A221313C3}" type="presOf" srcId="{77F6B362-D5C0-4EB8-8141-2054FDD17C78}" destId="{8F7050EA-5013-3A48-9141-5AD3CFA2AB09}" srcOrd="0" destOrd="0" presId="urn:microsoft.com/office/officeart/2005/8/layout/vList2"/>
    <dgm:cxn modelId="{A2C672BC-777B-4015-9501-9ADF20614B85}" srcId="{5C743DC0-652A-40BB-ADF4-8B1FA0784FA6}" destId="{96490F36-965D-4C01-AFA4-ECD47321F764}" srcOrd="2" destOrd="0" parTransId="{7FFD0686-69AE-4F97-8C61-3A6B160949A8}" sibTransId="{092F1020-05AF-4AA8-ADD6-51FB141C6A0D}"/>
    <dgm:cxn modelId="{63CC7DCD-2767-214F-88F4-0D80E50B906A}" type="presOf" srcId="{82862000-1696-4874-892B-D14402DCBD72}" destId="{7D2DC785-151A-8B46-8411-BE92A9D8DE7E}" srcOrd="0" destOrd="0" presId="urn:microsoft.com/office/officeart/2005/8/layout/vList2"/>
    <dgm:cxn modelId="{30A4CFE9-AAA7-4F7E-B0D9-095D262B8F96}" srcId="{5C743DC0-652A-40BB-ADF4-8B1FA0784FA6}" destId="{82862000-1696-4874-892B-D14402DCBD72}" srcOrd="1" destOrd="0" parTransId="{45D1E222-0AE4-4210-8DCD-06EC7C3EC581}" sibTransId="{970CA595-2580-4ADE-BA63-058714F60444}"/>
    <dgm:cxn modelId="{78B0BDF9-72DE-47D1-B704-B8B8D0C855F0}" srcId="{5C743DC0-652A-40BB-ADF4-8B1FA0784FA6}" destId="{39AB3FD3-9BBB-4096-BDD8-222A2BED3A46}" srcOrd="0" destOrd="0" parTransId="{AF9BFC74-CA76-4F25-8A62-1C5D33AFCC10}" sibTransId="{1E92E49F-F733-431E-9EDC-AB54858A1D03}"/>
    <dgm:cxn modelId="{6BA1DAF9-9399-BE47-A374-FBEB953FF856}" type="presOf" srcId="{5C743DC0-652A-40BB-ADF4-8B1FA0784FA6}" destId="{33745AF1-E3CE-2449-A290-7EE0F5DE8B05}" srcOrd="0" destOrd="0" presId="urn:microsoft.com/office/officeart/2005/8/layout/vList2"/>
    <dgm:cxn modelId="{4422AA19-91FF-1445-9F6C-7522E3D1F926}" type="presParOf" srcId="{33745AF1-E3CE-2449-A290-7EE0F5DE8B05}" destId="{417BDCFF-462C-5147-80A4-34AE12E8E43D}" srcOrd="0" destOrd="0" presId="urn:microsoft.com/office/officeart/2005/8/layout/vList2"/>
    <dgm:cxn modelId="{73A1C053-DFB6-B041-9151-83786EF980B7}" type="presParOf" srcId="{33745AF1-E3CE-2449-A290-7EE0F5DE8B05}" destId="{6B9F086C-4EAC-2B47-8744-67EF20A0E292}" srcOrd="1" destOrd="0" presId="urn:microsoft.com/office/officeart/2005/8/layout/vList2"/>
    <dgm:cxn modelId="{3DAFD4DA-800B-B444-AB33-CC759F67EF3E}" type="presParOf" srcId="{33745AF1-E3CE-2449-A290-7EE0F5DE8B05}" destId="{7D2DC785-151A-8B46-8411-BE92A9D8DE7E}" srcOrd="2" destOrd="0" presId="urn:microsoft.com/office/officeart/2005/8/layout/vList2"/>
    <dgm:cxn modelId="{00F3CF57-D973-2B45-9036-F68CDE694F0C}" type="presParOf" srcId="{33745AF1-E3CE-2449-A290-7EE0F5DE8B05}" destId="{256070BF-A89A-514C-840B-FE27AFF4562C}" srcOrd="3" destOrd="0" presId="urn:microsoft.com/office/officeart/2005/8/layout/vList2"/>
    <dgm:cxn modelId="{4DDE6B3C-6BAB-B642-B8FE-CB704F40E4E9}" type="presParOf" srcId="{33745AF1-E3CE-2449-A290-7EE0F5DE8B05}" destId="{09E99D1C-B21D-4149-A61F-46F3A6BCC57C}" srcOrd="4" destOrd="0" presId="urn:microsoft.com/office/officeart/2005/8/layout/vList2"/>
    <dgm:cxn modelId="{9A256D29-DA72-A44C-9B9A-B1248E27164E}" type="presParOf" srcId="{33745AF1-E3CE-2449-A290-7EE0F5DE8B05}" destId="{918CEC8D-A0FF-6A4B-A443-B914C349D2AD}" srcOrd="5" destOrd="0" presId="urn:microsoft.com/office/officeart/2005/8/layout/vList2"/>
    <dgm:cxn modelId="{149BFED8-4CD6-A946-BC7A-277AB94B85F2}" type="presParOf" srcId="{33745AF1-E3CE-2449-A290-7EE0F5DE8B05}" destId="{8F7050EA-5013-3A48-9141-5AD3CFA2AB09}" srcOrd="6" destOrd="0" presId="urn:microsoft.com/office/officeart/2005/8/layout/vList2"/>
    <dgm:cxn modelId="{39037EAD-995A-B04E-B786-C77A77923A87}" type="presParOf" srcId="{33745AF1-E3CE-2449-A290-7EE0F5DE8B05}" destId="{CAAADA94-1DE5-7443-9F26-68C2FAC773E4}" srcOrd="7" destOrd="0" presId="urn:microsoft.com/office/officeart/2005/8/layout/vList2"/>
    <dgm:cxn modelId="{8E326F10-9F66-C743-9164-798F7F29C39F}" type="presParOf" srcId="{33745AF1-E3CE-2449-A290-7EE0F5DE8B05}" destId="{5A370B22-D56D-0D49-864E-A29632E7F04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B78E92D-CFFF-4EE4-BA4F-5650D95E1FB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E1A0C15-164D-4D72-A8C6-AD89474629D7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Bart ROUGE Scores:</a:t>
          </a:r>
        </a:p>
      </dgm:t>
    </dgm:pt>
    <dgm:pt modelId="{7F34BAF6-FB2C-4B6B-88CB-FEF5B4181146}" type="parTrans" cxnId="{5C040B63-9522-4CD2-A1EE-B386F9B29626}">
      <dgm:prSet/>
      <dgm:spPr/>
      <dgm:t>
        <a:bodyPr/>
        <a:lstStyle/>
        <a:p>
          <a:endParaRPr lang="en-US"/>
        </a:p>
      </dgm:t>
    </dgm:pt>
    <dgm:pt modelId="{91CF6A43-6595-4B5B-ACA7-6795F4CFF0FB}" type="sibTrans" cxnId="{5C040B63-9522-4CD2-A1EE-B386F9B29626}">
      <dgm:prSet/>
      <dgm:spPr/>
      <dgm:t>
        <a:bodyPr/>
        <a:lstStyle/>
        <a:p>
          <a:endParaRPr lang="en-US"/>
        </a:p>
      </dgm:t>
    </dgm:pt>
    <dgm:pt modelId="{F5CADBED-4C98-4C8E-9A5D-FBA19B3F791F}">
      <dgm:prSet/>
      <dgm:spPr/>
      <dgm:t>
        <a:bodyPr/>
        <a:lstStyle/>
        <a:p>
          <a:r>
            <a:rPr lang="en-US" dirty="0"/>
            <a:t>Rouge1: 0.329			Rouge2: 0.123			Rouge-L: 0.242</a:t>
          </a:r>
        </a:p>
      </dgm:t>
    </dgm:pt>
    <dgm:pt modelId="{C7E3BAB3-6887-4DAF-93DF-B2224D58A8A8}" type="parTrans" cxnId="{4C1C1627-AFC4-437C-9BF2-5CF4EEACA7A3}">
      <dgm:prSet/>
      <dgm:spPr/>
      <dgm:t>
        <a:bodyPr/>
        <a:lstStyle/>
        <a:p>
          <a:endParaRPr lang="en-US"/>
        </a:p>
      </dgm:t>
    </dgm:pt>
    <dgm:pt modelId="{3C036FFC-ADDF-420F-BCF6-E310F17D1292}" type="sibTrans" cxnId="{4C1C1627-AFC4-437C-9BF2-5CF4EEACA7A3}">
      <dgm:prSet/>
      <dgm:spPr/>
      <dgm:t>
        <a:bodyPr/>
        <a:lstStyle/>
        <a:p>
          <a:endParaRPr lang="en-US"/>
        </a:p>
      </dgm:t>
    </dgm:pt>
    <dgm:pt modelId="{672A28D8-82DB-4F7F-B3E4-B5B932134E67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T5 ROUGE Scores:</a:t>
          </a:r>
          <a:endParaRPr lang="en-US" dirty="0"/>
        </a:p>
      </dgm:t>
    </dgm:pt>
    <dgm:pt modelId="{DBF44FE2-E9B2-4664-ADE2-7C2EF613E878}" type="parTrans" cxnId="{20FEEA94-98CF-4BF4-A25D-2E5E1931F229}">
      <dgm:prSet/>
      <dgm:spPr/>
      <dgm:t>
        <a:bodyPr/>
        <a:lstStyle/>
        <a:p>
          <a:endParaRPr lang="en-US"/>
        </a:p>
      </dgm:t>
    </dgm:pt>
    <dgm:pt modelId="{C69B24F7-96C2-46D6-A5BC-5A3C300FF021}" type="sibTrans" cxnId="{20FEEA94-98CF-4BF4-A25D-2E5E1931F229}">
      <dgm:prSet/>
      <dgm:spPr/>
      <dgm:t>
        <a:bodyPr/>
        <a:lstStyle/>
        <a:p>
          <a:endParaRPr lang="en-US"/>
        </a:p>
      </dgm:t>
    </dgm:pt>
    <dgm:pt modelId="{01D7393F-19F0-4B12-8CBE-7C956C83AA00}">
      <dgm:prSet/>
      <dgm:spPr/>
      <dgm:t>
        <a:bodyPr/>
        <a:lstStyle/>
        <a:p>
          <a:r>
            <a:rPr lang="en-US" dirty="0"/>
            <a:t>Rouge1: 0.186			Rouge2: 0.0125			Rouge-L: 0.127</a:t>
          </a:r>
        </a:p>
      </dgm:t>
    </dgm:pt>
    <dgm:pt modelId="{E4B0C918-8406-4DA2-B8EE-68BF28BE0055}" type="parTrans" cxnId="{36B5DBA2-1760-4044-89AC-05B29A23D82A}">
      <dgm:prSet/>
      <dgm:spPr/>
      <dgm:t>
        <a:bodyPr/>
        <a:lstStyle/>
        <a:p>
          <a:endParaRPr lang="en-US"/>
        </a:p>
      </dgm:t>
    </dgm:pt>
    <dgm:pt modelId="{97426EA9-9F39-4480-B941-F9FCA241043A}" type="sibTrans" cxnId="{36B5DBA2-1760-4044-89AC-05B29A23D82A}">
      <dgm:prSet/>
      <dgm:spPr/>
      <dgm:t>
        <a:bodyPr/>
        <a:lstStyle/>
        <a:p>
          <a:endParaRPr lang="en-US"/>
        </a:p>
      </dgm:t>
    </dgm:pt>
    <dgm:pt modelId="{98324CDF-D870-4329-9B41-B6DD0377D405}">
      <dgm:prSet custT="1"/>
      <dgm:spPr/>
      <dgm:t>
        <a:bodyPr/>
        <a:lstStyle/>
        <a:p>
          <a:r>
            <a:rPr lang="en-US" sz="2400" b="1" dirty="0">
              <a:solidFill>
                <a:schemeClr val="tx1"/>
              </a:solidFill>
            </a:rPr>
            <a:t>Conclusion:</a:t>
          </a:r>
        </a:p>
      </dgm:t>
    </dgm:pt>
    <dgm:pt modelId="{148C573D-6197-465C-8F3A-31BF1F34E1BA}" type="parTrans" cxnId="{487D8C7B-53EF-46D9-AEA6-BE094C2F0CB2}">
      <dgm:prSet/>
      <dgm:spPr/>
      <dgm:t>
        <a:bodyPr/>
        <a:lstStyle/>
        <a:p>
          <a:endParaRPr lang="en-US"/>
        </a:p>
      </dgm:t>
    </dgm:pt>
    <dgm:pt modelId="{9C36692E-4B04-4717-AACE-D5CBC14D238C}" type="sibTrans" cxnId="{487D8C7B-53EF-46D9-AEA6-BE094C2F0CB2}">
      <dgm:prSet/>
      <dgm:spPr/>
      <dgm:t>
        <a:bodyPr/>
        <a:lstStyle/>
        <a:p>
          <a:endParaRPr lang="en-US"/>
        </a:p>
      </dgm:t>
    </dgm:pt>
    <dgm:pt modelId="{17B60038-95EC-AF4F-B481-C4AD10163286}">
      <dgm:prSet/>
      <dgm:spPr/>
      <dgm:t>
        <a:bodyPr/>
        <a:lstStyle/>
        <a:p>
          <a:r>
            <a:rPr lang="en-US"/>
            <a:t>Bart outperforms T5, with higher ROUGE scores indicating better overlap and alignment with reference summaries.</a:t>
          </a:r>
          <a:endParaRPr lang="en-US" dirty="0"/>
        </a:p>
      </dgm:t>
    </dgm:pt>
    <dgm:pt modelId="{E3004DBA-C09A-1847-96DC-2361E0C11867}" type="parTrans" cxnId="{68CCAE3D-5F80-874A-B543-963495352F29}">
      <dgm:prSet/>
      <dgm:spPr/>
      <dgm:t>
        <a:bodyPr/>
        <a:lstStyle/>
        <a:p>
          <a:endParaRPr lang="en-US"/>
        </a:p>
      </dgm:t>
    </dgm:pt>
    <dgm:pt modelId="{F5A8FBED-4AD8-8C47-85D5-8874BE69CC87}" type="sibTrans" cxnId="{68CCAE3D-5F80-874A-B543-963495352F29}">
      <dgm:prSet/>
      <dgm:spPr/>
      <dgm:t>
        <a:bodyPr/>
        <a:lstStyle/>
        <a:p>
          <a:endParaRPr lang="en-US"/>
        </a:p>
      </dgm:t>
    </dgm:pt>
    <dgm:pt modelId="{31344ABB-A302-FE48-AFA5-7B4EAABCC102}" type="pres">
      <dgm:prSet presAssocID="{EB78E92D-CFFF-4EE4-BA4F-5650D95E1FBA}" presName="linear" presStyleCnt="0">
        <dgm:presLayoutVars>
          <dgm:animLvl val="lvl"/>
          <dgm:resizeHandles val="exact"/>
        </dgm:presLayoutVars>
      </dgm:prSet>
      <dgm:spPr/>
    </dgm:pt>
    <dgm:pt modelId="{FF3EBCA5-979C-4549-BF18-213A1137EA98}" type="pres">
      <dgm:prSet presAssocID="{DE1A0C15-164D-4D72-A8C6-AD89474629D7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E4259C73-3C8E-A640-9A3D-E00A25BDD12F}" type="pres">
      <dgm:prSet presAssocID="{91CF6A43-6595-4B5B-ACA7-6795F4CFF0FB}" presName="spacer" presStyleCnt="0"/>
      <dgm:spPr/>
    </dgm:pt>
    <dgm:pt modelId="{64A56584-D15C-5949-AE76-B3308F3F38A4}" type="pres">
      <dgm:prSet presAssocID="{F5CADBED-4C98-4C8E-9A5D-FBA19B3F791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ED883464-8E3B-4B4F-8093-24AE3B606DBB}" type="pres">
      <dgm:prSet presAssocID="{3C036FFC-ADDF-420F-BCF6-E310F17D1292}" presName="spacer" presStyleCnt="0"/>
      <dgm:spPr/>
    </dgm:pt>
    <dgm:pt modelId="{847AD647-8949-9C41-82DD-3F2BE045EC5A}" type="pres">
      <dgm:prSet presAssocID="{672A28D8-82DB-4F7F-B3E4-B5B932134E67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7B7889C-5EF3-C14E-B8C8-A4B59265C988}" type="pres">
      <dgm:prSet presAssocID="{C69B24F7-96C2-46D6-A5BC-5A3C300FF021}" presName="spacer" presStyleCnt="0"/>
      <dgm:spPr/>
    </dgm:pt>
    <dgm:pt modelId="{727F4C19-3C21-2F47-9D12-F1EF1973B8DB}" type="pres">
      <dgm:prSet presAssocID="{01D7393F-19F0-4B12-8CBE-7C956C83AA00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C6FBEBC0-E0C7-F243-A822-475198FCDC4B}" type="pres">
      <dgm:prSet presAssocID="{97426EA9-9F39-4480-B941-F9FCA241043A}" presName="spacer" presStyleCnt="0"/>
      <dgm:spPr/>
    </dgm:pt>
    <dgm:pt modelId="{D600E2DF-A139-8A4D-8DFD-71DC57352B68}" type="pres">
      <dgm:prSet presAssocID="{98324CDF-D870-4329-9B41-B6DD0377D405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91A384FE-C2F6-A744-A62C-B0B81B27C91E}" type="pres">
      <dgm:prSet presAssocID="{9C36692E-4B04-4717-AACE-D5CBC14D238C}" presName="spacer" presStyleCnt="0"/>
      <dgm:spPr/>
    </dgm:pt>
    <dgm:pt modelId="{F5C22CD4-97A5-D24B-BB6C-3716D7769AC6}" type="pres">
      <dgm:prSet presAssocID="{17B60038-95EC-AF4F-B481-C4AD10163286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C9C47A07-2A58-644D-8638-E476B1DF59EA}" type="presOf" srcId="{672A28D8-82DB-4F7F-B3E4-B5B932134E67}" destId="{847AD647-8949-9C41-82DD-3F2BE045EC5A}" srcOrd="0" destOrd="0" presId="urn:microsoft.com/office/officeart/2005/8/layout/vList2"/>
    <dgm:cxn modelId="{B36BCE13-0BF1-3A41-B205-F841FFD63F0A}" type="presOf" srcId="{01D7393F-19F0-4B12-8CBE-7C956C83AA00}" destId="{727F4C19-3C21-2F47-9D12-F1EF1973B8DB}" srcOrd="0" destOrd="0" presId="urn:microsoft.com/office/officeart/2005/8/layout/vList2"/>
    <dgm:cxn modelId="{4C1C1627-AFC4-437C-9BF2-5CF4EEACA7A3}" srcId="{EB78E92D-CFFF-4EE4-BA4F-5650D95E1FBA}" destId="{F5CADBED-4C98-4C8E-9A5D-FBA19B3F791F}" srcOrd="1" destOrd="0" parTransId="{C7E3BAB3-6887-4DAF-93DF-B2224D58A8A8}" sibTransId="{3C036FFC-ADDF-420F-BCF6-E310F17D1292}"/>
    <dgm:cxn modelId="{68CCAE3D-5F80-874A-B543-963495352F29}" srcId="{EB78E92D-CFFF-4EE4-BA4F-5650D95E1FBA}" destId="{17B60038-95EC-AF4F-B481-C4AD10163286}" srcOrd="5" destOrd="0" parTransId="{E3004DBA-C09A-1847-96DC-2361E0C11867}" sibTransId="{F5A8FBED-4AD8-8C47-85D5-8874BE69CC87}"/>
    <dgm:cxn modelId="{F90B3254-C5DB-374D-A5FC-9E944BD9322A}" type="presOf" srcId="{F5CADBED-4C98-4C8E-9A5D-FBA19B3F791F}" destId="{64A56584-D15C-5949-AE76-B3308F3F38A4}" srcOrd="0" destOrd="0" presId="urn:microsoft.com/office/officeart/2005/8/layout/vList2"/>
    <dgm:cxn modelId="{5C040B63-9522-4CD2-A1EE-B386F9B29626}" srcId="{EB78E92D-CFFF-4EE4-BA4F-5650D95E1FBA}" destId="{DE1A0C15-164D-4D72-A8C6-AD89474629D7}" srcOrd="0" destOrd="0" parTransId="{7F34BAF6-FB2C-4B6B-88CB-FEF5B4181146}" sibTransId="{91CF6A43-6595-4B5B-ACA7-6795F4CFF0FB}"/>
    <dgm:cxn modelId="{487D8C7B-53EF-46D9-AEA6-BE094C2F0CB2}" srcId="{EB78E92D-CFFF-4EE4-BA4F-5650D95E1FBA}" destId="{98324CDF-D870-4329-9B41-B6DD0377D405}" srcOrd="4" destOrd="0" parTransId="{148C573D-6197-465C-8F3A-31BF1F34E1BA}" sibTransId="{9C36692E-4B04-4717-AACE-D5CBC14D238C}"/>
    <dgm:cxn modelId="{84772483-0CAB-EA45-9F75-C942E76DCB4F}" type="presOf" srcId="{DE1A0C15-164D-4D72-A8C6-AD89474629D7}" destId="{FF3EBCA5-979C-4549-BF18-213A1137EA98}" srcOrd="0" destOrd="0" presId="urn:microsoft.com/office/officeart/2005/8/layout/vList2"/>
    <dgm:cxn modelId="{20FEEA94-98CF-4BF4-A25D-2E5E1931F229}" srcId="{EB78E92D-CFFF-4EE4-BA4F-5650D95E1FBA}" destId="{672A28D8-82DB-4F7F-B3E4-B5B932134E67}" srcOrd="2" destOrd="0" parTransId="{DBF44FE2-E9B2-4664-ADE2-7C2EF613E878}" sibTransId="{C69B24F7-96C2-46D6-A5BC-5A3C300FF021}"/>
    <dgm:cxn modelId="{5A14AD9F-A4C5-EC48-A3CF-55D715359C92}" type="presOf" srcId="{17B60038-95EC-AF4F-B481-C4AD10163286}" destId="{F5C22CD4-97A5-D24B-BB6C-3716D7769AC6}" srcOrd="0" destOrd="0" presId="urn:microsoft.com/office/officeart/2005/8/layout/vList2"/>
    <dgm:cxn modelId="{36B5DBA2-1760-4044-89AC-05B29A23D82A}" srcId="{EB78E92D-CFFF-4EE4-BA4F-5650D95E1FBA}" destId="{01D7393F-19F0-4B12-8CBE-7C956C83AA00}" srcOrd="3" destOrd="0" parTransId="{E4B0C918-8406-4DA2-B8EE-68BF28BE0055}" sibTransId="{97426EA9-9F39-4480-B941-F9FCA241043A}"/>
    <dgm:cxn modelId="{460193B2-B393-744C-B1EB-2EDEFE3E4ED0}" type="presOf" srcId="{98324CDF-D870-4329-9B41-B6DD0377D405}" destId="{D600E2DF-A139-8A4D-8DFD-71DC57352B68}" srcOrd="0" destOrd="0" presId="urn:microsoft.com/office/officeart/2005/8/layout/vList2"/>
    <dgm:cxn modelId="{EC8431D3-35CC-1649-AC5F-258DD75F907B}" type="presOf" srcId="{EB78E92D-CFFF-4EE4-BA4F-5650D95E1FBA}" destId="{31344ABB-A302-FE48-AFA5-7B4EAABCC102}" srcOrd="0" destOrd="0" presId="urn:microsoft.com/office/officeart/2005/8/layout/vList2"/>
    <dgm:cxn modelId="{0E9D54DA-B5AB-DA40-8EFD-AB0F5CA9CBB2}" type="presParOf" srcId="{31344ABB-A302-FE48-AFA5-7B4EAABCC102}" destId="{FF3EBCA5-979C-4549-BF18-213A1137EA98}" srcOrd="0" destOrd="0" presId="urn:microsoft.com/office/officeart/2005/8/layout/vList2"/>
    <dgm:cxn modelId="{9C3E2C71-DBCD-AA4D-94A2-D367FFB362F8}" type="presParOf" srcId="{31344ABB-A302-FE48-AFA5-7B4EAABCC102}" destId="{E4259C73-3C8E-A640-9A3D-E00A25BDD12F}" srcOrd="1" destOrd="0" presId="urn:microsoft.com/office/officeart/2005/8/layout/vList2"/>
    <dgm:cxn modelId="{1809B31D-E073-7C46-B6F7-8BE29D1C1877}" type="presParOf" srcId="{31344ABB-A302-FE48-AFA5-7B4EAABCC102}" destId="{64A56584-D15C-5949-AE76-B3308F3F38A4}" srcOrd="2" destOrd="0" presId="urn:microsoft.com/office/officeart/2005/8/layout/vList2"/>
    <dgm:cxn modelId="{A0EDAE0C-3F05-2E4A-8A9D-ED0069C135DA}" type="presParOf" srcId="{31344ABB-A302-FE48-AFA5-7B4EAABCC102}" destId="{ED883464-8E3B-4B4F-8093-24AE3B606DBB}" srcOrd="3" destOrd="0" presId="urn:microsoft.com/office/officeart/2005/8/layout/vList2"/>
    <dgm:cxn modelId="{1EDFC913-29F7-1545-9987-933E5E10F62F}" type="presParOf" srcId="{31344ABB-A302-FE48-AFA5-7B4EAABCC102}" destId="{847AD647-8949-9C41-82DD-3F2BE045EC5A}" srcOrd="4" destOrd="0" presId="urn:microsoft.com/office/officeart/2005/8/layout/vList2"/>
    <dgm:cxn modelId="{47DA3867-8B98-B745-8537-BC2365EC39B5}" type="presParOf" srcId="{31344ABB-A302-FE48-AFA5-7B4EAABCC102}" destId="{67B7889C-5EF3-C14E-B8C8-A4B59265C988}" srcOrd="5" destOrd="0" presId="urn:microsoft.com/office/officeart/2005/8/layout/vList2"/>
    <dgm:cxn modelId="{28A15479-A08F-BB4D-8422-CE9DF4744CCE}" type="presParOf" srcId="{31344ABB-A302-FE48-AFA5-7B4EAABCC102}" destId="{727F4C19-3C21-2F47-9D12-F1EF1973B8DB}" srcOrd="6" destOrd="0" presId="urn:microsoft.com/office/officeart/2005/8/layout/vList2"/>
    <dgm:cxn modelId="{7188E077-F43F-DF4A-BA30-B7878B27D96C}" type="presParOf" srcId="{31344ABB-A302-FE48-AFA5-7B4EAABCC102}" destId="{C6FBEBC0-E0C7-F243-A822-475198FCDC4B}" srcOrd="7" destOrd="0" presId="urn:microsoft.com/office/officeart/2005/8/layout/vList2"/>
    <dgm:cxn modelId="{63EFB42B-9D26-AB48-ADE8-EE52A88C0613}" type="presParOf" srcId="{31344ABB-A302-FE48-AFA5-7B4EAABCC102}" destId="{D600E2DF-A139-8A4D-8DFD-71DC57352B68}" srcOrd="8" destOrd="0" presId="urn:microsoft.com/office/officeart/2005/8/layout/vList2"/>
    <dgm:cxn modelId="{B67CA46E-92BC-8245-BD71-5FD6EC4A90DD}" type="presParOf" srcId="{31344ABB-A302-FE48-AFA5-7B4EAABCC102}" destId="{91A384FE-C2F6-A744-A62C-B0B81B27C91E}" srcOrd="9" destOrd="0" presId="urn:microsoft.com/office/officeart/2005/8/layout/vList2"/>
    <dgm:cxn modelId="{114E50ED-92A9-FC4F-8DD7-17C2C47B4EEA}" type="presParOf" srcId="{31344ABB-A302-FE48-AFA5-7B4EAABCC102}" destId="{F5C22CD4-97A5-D24B-BB6C-3716D7769AC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C797F32-34AA-49EF-A4E5-E2093B802A2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5E169452-B903-4B25-8707-40741ED940A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Dataset-Specific Issues:</a:t>
          </a:r>
          <a:endParaRPr lang="en-US"/>
        </a:p>
      </dgm:t>
    </dgm:pt>
    <dgm:pt modelId="{CE82A0FC-7D9A-4D97-A7F5-452796537693}" type="parTrans" cxnId="{F0EAE2DF-6DFC-4A5A-B2E8-8612F8D59CA8}">
      <dgm:prSet/>
      <dgm:spPr/>
      <dgm:t>
        <a:bodyPr/>
        <a:lstStyle/>
        <a:p>
          <a:endParaRPr lang="en-US"/>
        </a:p>
      </dgm:t>
    </dgm:pt>
    <dgm:pt modelId="{F255CFA9-1A17-4484-BF5F-32AC7130420C}" type="sibTrans" cxnId="{F0EAE2DF-6DFC-4A5A-B2E8-8612F8D59CA8}">
      <dgm:prSet/>
      <dgm:spPr/>
      <dgm:t>
        <a:bodyPr/>
        <a:lstStyle/>
        <a:p>
          <a:endParaRPr lang="en-US"/>
        </a:p>
      </dgm:t>
    </dgm:pt>
    <dgm:pt modelId="{E02EEC1C-E2AB-416A-9E88-F588062543B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 err="1"/>
            <a:t>XSum</a:t>
          </a:r>
          <a:r>
            <a:rPr lang="en-US" sz="2000" dirty="0"/>
            <a:t>: Factual consistency is challenging.</a:t>
          </a:r>
        </a:p>
        <a:p>
          <a:pPr>
            <a:lnSpc>
              <a:spcPct val="100000"/>
            </a:lnSpc>
          </a:pPr>
          <a:r>
            <a:rPr lang="en-US" sz="2000" dirty="0"/>
            <a:t>CNN: Extractive summaries.</a:t>
          </a:r>
        </a:p>
      </dgm:t>
    </dgm:pt>
    <dgm:pt modelId="{491F886D-7797-4D20-8005-E5BB8A4A1C31}" type="parTrans" cxnId="{03036732-8355-46E3-AEA0-3EE93F923FBA}">
      <dgm:prSet/>
      <dgm:spPr/>
      <dgm:t>
        <a:bodyPr/>
        <a:lstStyle/>
        <a:p>
          <a:endParaRPr lang="en-US"/>
        </a:p>
      </dgm:t>
    </dgm:pt>
    <dgm:pt modelId="{63CADFDB-755C-4E87-A224-E56F8B4F8A6A}" type="sibTrans" cxnId="{03036732-8355-46E3-AEA0-3EE93F923FBA}">
      <dgm:prSet/>
      <dgm:spPr/>
      <dgm:t>
        <a:bodyPr/>
        <a:lstStyle/>
        <a:p>
          <a:endParaRPr lang="en-US"/>
        </a:p>
      </dgm:t>
    </dgm:pt>
    <dgm:pt modelId="{A87C7A8C-6545-45DD-AB64-C644432BD2D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General Challenges:</a:t>
          </a:r>
          <a:endParaRPr lang="en-US"/>
        </a:p>
      </dgm:t>
    </dgm:pt>
    <dgm:pt modelId="{9D5C2CC1-9CD0-4341-995F-5DD295327710}" type="parTrans" cxnId="{607EE499-28A8-44AD-8B02-9F203FA89CC6}">
      <dgm:prSet/>
      <dgm:spPr/>
      <dgm:t>
        <a:bodyPr/>
        <a:lstStyle/>
        <a:p>
          <a:endParaRPr lang="en-US"/>
        </a:p>
      </dgm:t>
    </dgm:pt>
    <dgm:pt modelId="{98803602-B0CF-4A05-AEA4-AA8E3C131696}" type="sibTrans" cxnId="{607EE499-28A8-44AD-8B02-9F203FA89CC6}">
      <dgm:prSet/>
      <dgm:spPr/>
      <dgm:t>
        <a:bodyPr/>
        <a:lstStyle/>
        <a:p>
          <a:endParaRPr lang="en-US"/>
        </a:p>
      </dgm:t>
    </dgm:pt>
    <dgm:pt modelId="{E960EF74-B1B7-4D8D-9FD0-38DCF8FC0B31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dirty="0"/>
            <a:t>Handling large data.</a:t>
          </a:r>
        </a:p>
      </dgm:t>
    </dgm:pt>
    <dgm:pt modelId="{BD147665-0A1C-4DBE-A52E-EF35A6A7C5D5}" type="parTrans" cxnId="{1FD2AA28-2A54-4EB7-A383-979513A6475F}">
      <dgm:prSet/>
      <dgm:spPr/>
      <dgm:t>
        <a:bodyPr/>
        <a:lstStyle/>
        <a:p>
          <a:endParaRPr lang="en-US"/>
        </a:p>
      </dgm:t>
    </dgm:pt>
    <dgm:pt modelId="{7594BF64-E704-4C0E-A2F7-BE521BD63EBE}" type="sibTrans" cxnId="{1FD2AA28-2A54-4EB7-A383-979513A6475F}">
      <dgm:prSet/>
      <dgm:spPr/>
      <dgm:t>
        <a:bodyPr/>
        <a:lstStyle/>
        <a:p>
          <a:endParaRPr lang="en-US"/>
        </a:p>
      </dgm:t>
    </dgm:pt>
    <dgm:pt modelId="{7D613F33-9B42-41C2-9626-D1D4180ECEB8}">
      <dgm:prSet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dirty="0"/>
            <a:t>Balancing abstraction and factuality.</a:t>
          </a:r>
        </a:p>
      </dgm:t>
    </dgm:pt>
    <dgm:pt modelId="{7101865B-6E5A-4C33-AD10-7025E8917077}" type="parTrans" cxnId="{21B20F1F-922F-4494-9205-E556C0D697C5}">
      <dgm:prSet/>
      <dgm:spPr/>
      <dgm:t>
        <a:bodyPr/>
        <a:lstStyle/>
        <a:p>
          <a:endParaRPr lang="en-US"/>
        </a:p>
      </dgm:t>
    </dgm:pt>
    <dgm:pt modelId="{5409C12C-C68D-40EC-8CFC-65AA2763F5F7}" type="sibTrans" cxnId="{21B20F1F-922F-4494-9205-E556C0D697C5}">
      <dgm:prSet/>
      <dgm:spPr/>
      <dgm:t>
        <a:bodyPr/>
        <a:lstStyle/>
        <a:p>
          <a:endParaRPr lang="en-US"/>
        </a:p>
      </dgm:t>
    </dgm:pt>
    <dgm:pt modelId="{F0EC8951-2DCB-4EEE-B453-D398AA7D58BD}" type="pres">
      <dgm:prSet presAssocID="{4C797F32-34AA-49EF-A4E5-E2093B802A2B}" presName="root" presStyleCnt="0">
        <dgm:presLayoutVars>
          <dgm:dir/>
          <dgm:resizeHandles val="exact"/>
        </dgm:presLayoutVars>
      </dgm:prSet>
      <dgm:spPr/>
    </dgm:pt>
    <dgm:pt modelId="{01C27C55-DA65-499B-A6F7-731A5AF58908}" type="pres">
      <dgm:prSet presAssocID="{5E169452-B903-4B25-8707-40741ED940A0}" presName="compNode" presStyleCnt="0"/>
      <dgm:spPr/>
    </dgm:pt>
    <dgm:pt modelId="{C3DFEA5D-49D5-4593-86F4-FAFD61602EB9}" type="pres">
      <dgm:prSet presAssocID="{5E169452-B903-4B25-8707-40741ED940A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10E04929-D163-4FB6-9942-4E000E91D445}" type="pres">
      <dgm:prSet presAssocID="{5E169452-B903-4B25-8707-40741ED940A0}" presName="iconSpace" presStyleCnt="0"/>
      <dgm:spPr/>
    </dgm:pt>
    <dgm:pt modelId="{30458977-2E8D-407B-A4EB-0286BB986263}" type="pres">
      <dgm:prSet presAssocID="{5E169452-B903-4B25-8707-40741ED940A0}" presName="parTx" presStyleLbl="revTx" presStyleIdx="0" presStyleCnt="4">
        <dgm:presLayoutVars>
          <dgm:chMax val="0"/>
          <dgm:chPref val="0"/>
        </dgm:presLayoutVars>
      </dgm:prSet>
      <dgm:spPr/>
    </dgm:pt>
    <dgm:pt modelId="{2826D543-63D9-4194-9B85-36D54B5424C1}" type="pres">
      <dgm:prSet presAssocID="{5E169452-B903-4B25-8707-40741ED940A0}" presName="txSpace" presStyleCnt="0"/>
      <dgm:spPr/>
    </dgm:pt>
    <dgm:pt modelId="{417B53C4-FEB0-43DE-BDA5-6D1219B57240}" type="pres">
      <dgm:prSet presAssocID="{5E169452-B903-4B25-8707-40741ED940A0}" presName="desTx" presStyleLbl="revTx" presStyleIdx="1" presStyleCnt="4">
        <dgm:presLayoutVars/>
      </dgm:prSet>
      <dgm:spPr/>
    </dgm:pt>
    <dgm:pt modelId="{7D512C5B-1C89-462B-B984-BB20CEFAC110}" type="pres">
      <dgm:prSet presAssocID="{F255CFA9-1A17-4484-BF5F-32AC7130420C}" presName="sibTrans" presStyleCnt="0"/>
      <dgm:spPr/>
    </dgm:pt>
    <dgm:pt modelId="{70C8C3FC-CC47-47F1-8805-943C0D952561}" type="pres">
      <dgm:prSet presAssocID="{A87C7A8C-6545-45DD-AB64-C644432BD2DD}" presName="compNode" presStyleCnt="0"/>
      <dgm:spPr/>
    </dgm:pt>
    <dgm:pt modelId="{250BACEB-B714-41B9-B660-F6D825DE44DD}" type="pres">
      <dgm:prSet presAssocID="{A87C7A8C-6545-45DD-AB64-C644432BD2D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9B3FFB02-B3EE-4D33-9F08-4285D5A99347}" type="pres">
      <dgm:prSet presAssocID="{A87C7A8C-6545-45DD-AB64-C644432BD2DD}" presName="iconSpace" presStyleCnt="0"/>
      <dgm:spPr/>
    </dgm:pt>
    <dgm:pt modelId="{1DF5DF75-DD06-443F-AB71-DD11B3D1220E}" type="pres">
      <dgm:prSet presAssocID="{A87C7A8C-6545-45DD-AB64-C644432BD2DD}" presName="parTx" presStyleLbl="revTx" presStyleIdx="2" presStyleCnt="4">
        <dgm:presLayoutVars>
          <dgm:chMax val="0"/>
          <dgm:chPref val="0"/>
        </dgm:presLayoutVars>
      </dgm:prSet>
      <dgm:spPr/>
    </dgm:pt>
    <dgm:pt modelId="{F5714C8C-B96F-4DA1-B7E4-D8D85CC39005}" type="pres">
      <dgm:prSet presAssocID="{A87C7A8C-6545-45DD-AB64-C644432BD2DD}" presName="txSpace" presStyleCnt="0"/>
      <dgm:spPr/>
    </dgm:pt>
    <dgm:pt modelId="{7D30B4F4-E022-48D9-AC96-EB4ADAA2286A}" type="pres">
      <dgm:prSet presAssocID="{A87C7A8C-6545-45DD-AB64-C644432BD2DD}" presName="desTx" presStyleLbl="revTx" presStyleIdx="3" presStyleCnt="4">
        <dgm:presLayoutVars/>
      </dgm:prSet>
      <dgm:spPr/>
    </dgm:pt>
  </dgm:ptLst>
  <dgm:cxnLst>
    <dgm:cxn modelId="{21B20F1F-922F-4494-9205-E556C0D697C5}" srcId="{A87C7A8C-6545-45DD-AB64-C644432BD2DD}" destId="{7D613F33-9B42-41C2-9626-D1D4180ECEB8}" srcOrd="1" destOrd="0" parTransId="{7101865B-6E5A-4C33-AD10-7025E8917077}" sibTransId="{5409C12C-C68D-40EC-8CFC-65AA2763F5F7}"/>
    <dgm:cxn modelId="{1FD2AA28-2A54-4EB7-A383-979513A6475F}" srcId="{A87C7A8C-6545-45DD-AB64-C644432BD2DD}" destId="{E960EF74-B1B7-4D8D-9FD0-38DCF8FC0B31}" srcOrd="0" destOrd="0" parTransId="{BD147665-0A1C-4DBE-A52E-EF35A6A7C5D5}" sibTransId="{7594BF64-E704-4C0E-A2F7-BE521BD63EBE}"/>
    <dgm:cxn modelId="{03036732-8355-46E3-AEA0-3EE93F923FBA}" srcId="{5E169452-B903-4B25-8707-40741ED940A0}" destId="{E02EEC1C-E2AB-416A-9E88-F588062543B5}" srcOrd="0" destOrd="0" parTransId="{491F886D-7797-4D20-8005-E5BB8A4A1C31}" sibTransId="{63CADFDB-755C-4E87-A224-E56F8B4F8A6A}"/>
    <dgm:cxn modelId="{5ADFE64E-3E82-4B36-9BD5-29C2197D6C3C}" type="presOf" srcId="{4C797F32-34AA-49EF-A4E5-E2093B802A2B}" destId="{F0EC8951-2DCB-4EEE-B453-D398AA7D58BD}" srcOrd="0" destOrd="0" presId="urn:microsoft.com/office/officeart/2018/5/layout/CenteredIconLabelDescriptionList"/>
    <dgm:cxn modelId="{822C5F56-5900-4B6F-A3F6-539D3729EDBE}" type="presOf" srcId="{5E169452-B903-4B25-8707-40741ED940A0}" destId="{30458977-2E8D-407B-A4EB-0286BB986263}" srcOrd="0" destOrd="0" presId="urn:microsoft.com/office/officeart/2018/5/layout/CenteredIconLabelDescriptionList"/>
    <dgm:cxn modelId="{5B05C176-8FCE-4225-9D26-146BB2F1A05A}" type="presOf" srcId="{A87C7A8C-6545-45DD-AB64-C644432BD2DD}" destId="{1DF5DF75-DD06-443F-AB71-DD11B3D1220E}" srcOrd="0" destOrd="0" presId="urn:microsoft.com/office/officeart/2018/5/layout/CenteredIconLabelDescriptionList"/>
    <dgm:cxn modelId="{89E9807F-1927-41F3-8E28-E267E61ED447}" type="presOf" srcId="{E960EF74-B1B7-4D8D-9FD0-38DCF8FC0B31}" destId="{7D30B4F4-E022-48D9-AC96-EB4ADAA2286A}" srcOrd="0" destOrd="0" presId="urn:microsoft.com/office/officeart/2018/5/layout/CenteredIconLabelDescriptionList"/>
    <dgm:cxn modelId="{8862CC7F-5A5F-4FB5-AD7B-24583F19E522}" type="presOf" srcId="{7D613F33-9B42-41C2-9626-D1D4180ECEB8}" destId="{7D30B4F4-E022-48D9-AC96-EB4ADAA2286A}" srcOrd="0" destOrd="1" presId="urn:microsoft.com/office/officeart/2018/5/layout/CenteredIconLabelDescriptionList"/>
    <dgm:cxn modelId="{607EE499-28A8-44AD-8B02-9F203FA89CC6}" srcId="{4C797F32-34AA-49EF-A4E5-E2093B802A2B}" destId="{A87C7A8C-6545-45DD-AB64-C644432BD2DD}" srcOrd="1" destOrd="0" parTransId="{9D5C2CC1-9CD0-4341-995F-5DD295327710}" sibTransId="{98803602-B0CF-4A05-AEA4-AA8E3C131696}"/>
    <dgm:cxn modelId="{F0EAE2DF-6DFC-4A5A-B2E8-8612F8D59CA8}" srcId="{4C797F32-34AA-49EF-A4E5-E2093B802A2B}" destId="{5E169452-B903-4B25-8707-40741ED940A0}" srcOrd="0" destOrd="0" parTransId="{CE82A0FC-7D9A-4D97-A7F5-452796537693}" sibTransId="{F255CFA9-1A17-4484-BF5F-32AC7130420C}"/>
    <dgm:cxn modelId="{BEB407ED-9683-4052-9A21-FDE3414284EC}" type="presOf" srcId="{E02EEC1C-E2AB-416A-9E88-F588062543B5}" destId="{417B53C4-FEB0-43DE-BDA5-6D1219B57240}" srcOrd="0" destOrd="0" presId="urn:microsoft.com/office/officeart/2018/5/layout/CenteredIconLabelDescriptionList"/>
    <dgm:cxn modelId="{7396E341-3F57-47AB-892B-FD0DD33F2135}" type="presParOf" srcId="{F0EC8951-2DCB-4EEE-B453-D398AA7D58BD}" destId="{01C27C55-DA65-499B-A6F7-731A5AF58908}" srcOrd="0" destOrd="0" presId="urn:microsoft.com/office/officeart/2018/5/layout/CenteredIconLabelDescriptionList"/>
    <dgm:cxn modelId="{E1EAB181-226D-4AED-A297-1332A49D37CD}" type="presParOf" srcId="{01C27C55-DA65-499B-A6F7-731A5AF58908}" destId="{C3DFEA5D-49D5-4593-86F4-FAFD61602EB9}" srcOrd="0" destOrd="0" presId="urn:microsoft.com/office/officeart/2018/5/layout/CenteredIconLabelDescriptionList"/>
    <dgm:cxn modelId="{148BF3FA-4F98-46C3-BACA-9765E797E218}" type="presParOf" srcId="{01C27C55-DA65-499B-A6F7-731A5AF58908}" destId="{10E04929-D163-4FB6-9942-4E000E91D445}" srcOrd="1" destOrd="0" presId="urn:microsoft.com/office/officeart/2018/5/layout/CenteredIconLabelDescriptionList"/>
    <dgm:cxn modelId="{F1339445-491F-49DE-9910-12DAA7F9FC0E}" type="presParOf" srcId="{01C27C55-DA65-499B-A6F7-731A5AF58908}" destId="{30458977-2E8D-407B-A4EB-0286BB986263}" srcOrd="2" destOrd="0" presId="urn:microsoft.com/office/officeart/2018/5/layout/CenteredIconLabelDescriptionList"/>
    <dgm:cxn modelId="{C3CE38CC-1D57-4319-B6D1-0C3D78FA5454}" type="presParOf" srcId="{01C27C55-DA65-499B-A6F7-731A5AF58908}" destId="{2826D543-63D9-4194-9B85-36D54B5424C1}" srcOrd="3" destOrd="0" presId="urn:microsoft.com/office/officeart/2018/5/layout/CenteredIconLabelDescriptionList"/>
    <dgm:cxn modelId="{F5D453E4-3600-45F2-AB39-4286F7AEBF33}" type="presParOf" srcId="{01C27C55-DA65-499B-A6F7-731A5AF58908}" destId="{417B53C4-FEB0-43DE-BDA5-6D1219B57240}" srcOrd="4" destOrd="0" presId="urn:microsoft.com/office/officeart/2018/5/layout/CenteredIconLabelDescriptionList"/>
    <dgm:cxn modelId="{5EA2CC4B-DE59-48B9-850D-E45F35E61FD7}" type="presParOf" srcId="{F0EC8951-2DCB-4EEE-B453-D398AA7D58BD}" destId="{7D512C5B-1C89-462B-B984-BB20CEFAC110}" srcOrd="1" destOrd="0" presId="urn:microsoft.com/office/officeart/2018/5/layout/CenteredIconLabelDescriptionList"/>
    <dgm:cxn modelId="{A4286FCE-2467-40DC-95A1-31A3D9520E4A}" type="presParOf" srcId="{F0EC8951-2DCB-4EEE-B453-D398AA7D58BD}" destId="{70C8C3FC-CC47-47F1-8805-943C0D952561}" srcOrd="2" destOrd="0" presId="urn:microsoft.com/office/officeart/2018/5/layout/CenteredIconLabelDescriptionList"/>
    <dgm:cxn modelId="{C0A8C54E-7C81-4263-8F6B-11FC26B76896}" type="presParOf" srcId="{70C8C3FC-CC47-47F1-8805-943C0D952561}" destId="{250BACEB-B714-41B9-B660-F6D825DE44DD}" srcOrd="0" destOrd="0" presId="urn:microsoft.com/office/officeart/2018/5/layout/CenteredIconLabelDescriptionList"/>
    <dgm:cxn modelId="{59F74D6C-456B-43E3-9AA6-FE35BD71C34B}" type="presParOf" srcId="{70C8C3FC-CC47-47F1-8805-943C0D952561}" destId="{9B3FFB02-B3EE-4D33-9F08-4285D5A99347}" srcOrd="1" destOrd="0" presId="urn:microsoft.com/office/officeart/2018/5/layout/CenteredIconLabelDescriptionList"/>
    <dgm:cxn modelId="{6B9A16EA-B34C-4B97-BCDE-944EE447B1A9}" type="presParOf" srcId="{70C8C3FC-CC47-47F1-8805-943C0D952561}" destId="{1DF5DF75-DD06-443F-AB71-DD11B3D1220E}" srcOrd="2" destOrd="0" presId="urn:microsoft.com/office/officeart/2018/5/layout/CenteredIconLabelDescriptionList"/>
    <dgm:cxn modelId="{34C089AD-EDFD-430A-9880-58D836164140}" type="presParOf" srcId="{70C8C3FC-CC47-47F1-8805-943C0D952561}" destId="{F5714C8C-B96F-4DA1-B7E4-D8D85CC39005}" srcOrd="3" destOrd="0" presId="urn:microsoft.com/office/officeart/2018/5/layout/CenteredIconLabelDescriptionList"/>
    <dgm:cxn modelId="{CEC156B9-2345-4BAF-ACED-DEBB7D9242FE}" type="presParOf" srcId="{70C8C3FC-CC47-47F1-8805-943C0D952561}" destId="{7D30B4F4-E022-48D9-AC96-EB4ADAA2286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E673F8F-595B-4AE3-BFF7-520D45AD498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6155530-0107-4DBA-9ED6-4A081A7C479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Reinforcement learning</a:t>
          </a:r>
        </a:p>
      </dgm:t>
    </dgm:pt>
    <dgm:pt modelId="{0886AD07-E05E-4154-8C8B-D6EA36DAD420}" type="parTrans" cxnId="{2286FEF5-3FB2-4C1D-9D41-4149C0A8AA3E}">
      <dgm:prSet/>
      <dgm:spPr/>
      <dgm:t>
        <a:bodyPr/>
        <a:lstStyle/>
        <a:p>
          <a:endParaRPr lang="en-US"/>
        </a:p>
      </dgm:t>
    </dgm:pt>
    <dgm:pt modelId="{8BEA624B-0CDD-4834-BA12-EA642FF44AA2}" type="sibTrans" cxnId="{2286FEF5-3FB2-4C1D-9D41-4149C0A8AA3E}">
      <dgm:prSet/>
      <dgm:spPr/>
      <dgm:t>
        <a:bodyPr/>
        <a:lstStyle/>
        <a:p>
          <a:endParaRPr lang="en-US"/>
        </a:p>
      </dgm:t>
    </dgm:pt>
    <dgm:pt modelId="{F400F57D-416F-4BF8-8772-1248E1ABE9E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Experiment GPT variants</a:t>
          </a:r>
        </a:p>
      </dgm:t>
    </dgm:pt>
    <dgm:pt modelId="{3F093170-B31F-483F-9E5A-69C5BB3B36A1}" type="parTrans" cxnId="{8EFEC1B6-9371-45D8-83E5-E98A7E228F28}">
      <dgm:prSet/>
      <dgm:spPr/>
      <dgm:t>
        <a:bodyPr/>
        <a:lstStyle/>
        <a:p>
          <a:endParaRPr lang="en-US"/>
        </a:p>
      </dgm:t>
    </dgm:pt>
    <dgm:pt modelId="{75EDCA35-2043-44D0-87D9-CDF285DAE757}" type="sibTrans" cxnId="{8EFEC1B6-9371-45D8-83E5-E98A7E228F28}">
      <dgm:prSet/>
      <dgm:spPr/>
      <dgm:t>
        <a:bodyPr/>
        <a:lstStyle/>
        <a:p>
          <a:endParaRPr lang="en-US"/>
        </a:p>
      </dgm:t>
    </dgm:pt>
    <dgm:pt modelId="{FA7FF9B3-4E20-401A-92F9-B913E4344DB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Explore multi-document summarization</a:t>
          </a:r>
        </a:p>
      </dgm:t>
    </dgm:pt>
    <dgm:pt modelId="{974FC6A3-3F65-4BE9-947D-62EC06D777CE}" type="parTrans" cxnId="{228F7713-7EC4-4E17-9101-E91E3BF0AE04}">
      <dgm:prSet/>
      <dgm:spPr/>
      <dgm:t>
        <a:bodyPr/>
        <a:lstStyle/>
        <a:p>
          <a:endParaRPr lang="en-US"/>
        </a:p>
      </dgm:t>
    </dgm:pt>
    <dgm:pt modelId="{1C24C1DE-EF2F-4A5E-AC51-F1052CC8E86B}" type="sibTrans" cxnId="{228F7713-7EC4-4E17-9101-E91E3BF0AE04}">
      <dgm:prSet/>
      <dgm:spPr/>
      <dgm:t>
        <a:bodyPr/>
        <a:lstStyle/>
        <a:p>
          <a:endParaRPr lang="en-US"/>
        </a:p>
      </dgm:t>
    </dgm:pt>
    <dgm:pt modelId="{5B48744D-763E-42EC-B6E8-94D39D3F37CE}" type="pres">
      <dgm:prSet presAssocID="{8E673F8F-595B-4AE3-BFF7-520D45AD4981}" presName="root" presStyleCnt="0">
        <dgm:presLayoutVars>
          <dgm:dir/>
          <dgm:resizeHandles val="exact"/>
        </dgm:presLayoutVars>
      </dgm:prSet>
      <dgm:spPr/>
    </dgm:pt>
    <dgm:pt modelId="{8B2B77D5-6098-4FDF-A768-5C360D0168C6}" type="pres">
      <dgm:prSet presAssocID="{E6155530-0107-4DBA-9ED6-4A081A7C4795}" presName="compNode" presStyleCnt="0"/>
      <dgm:spPr/>
    </dgm:pt>
    <dgm:pt modelId="{442F7D3D-EFD7-4A18-A8B2-92F366335A3B}" type="pres">
      <dgm:prSet presAssocID="{E6155530-0107-4DBA-9ED6-4A081A7C4795}" presName="iconBgRect" presStyleLbl="bgShp" presStyleIdx="0" presStyleCnt="3"/>
      <dgm:spPr/>
    </dgm:pt>
    <dgm:pt modelId="{27873AA8-17A6-4C8B-8B56-AA43560F9887}" type="pres">
      <dgm:prSet presAssocID="{E6155530-0107-4DBA-9ED6-4A081A7C479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51DB7DA-FCA1-44F0-8BA9-6C211AF2121B}" type="pres">
      <dgm:prSet presAssocID="{E6155530-0107-4DBA-9ED6-4A081A7C4795}" presName="spaceRect" presStyleCnt="0"/>
      <dgm:spPr/>
    </dgm:pt>
    <dgm:pt modelId="{AE494BFF-7053-49AA-B2C1-DDE04F9FA30C}" type="pres">
      <dgm:prSet presAssocID="{E6155530-0107-4DBA-9ED6-4A081A7C4795}" presName="textRect" presStyleLbl="revTx" presStyleIdx="0" presStyleCnt="3">
        <dgm:presLayoutVars>
          <dgm:chMax val="1"/>
          <dgm:chPref val="1"/>
        </dgm:presLayoutVars>
      </dgm:prSet>
      <dgm:spPr/>
    </dgm:pt>
    <dgm:pt modelId="{9D0C40BC-1572-4E33-A77B-DB5234AA0225}" type="pres">
      <dgm:prSet presAssocID="{8BEA624B-0CDD-4834-BA12-EA642FF44AA2}" presName="sibTrans" presStyleCnt="0"/>
      <dgm:spPr/>
    </dgm:pt>
    <dgm:pt modelId="{7FD28FE8-C52F-469F-A09F-DEE88B73277A}" type="pres">
      <dgm:prSet presAssocID="{F400F57D-416F-4BF8-8772-1248E1ABE9ED}" presName="compNode" presStyleCnt="0"/>
      <dgm:spPr/>
    </dgm:pt>
    <dgm:pt modelId="{FD826E7C-FC24-478C-AD61-3EB8429C4CAB}" type="pres">
      <dgm:prSet presAssocID="{F400F57D-416F-4BF8-8772-1248E1ABE9ED}" presName="iconBgRect" presStyleLbl="bgShp" presStyleIdx="1" presStyleCnt="3"/>
      <dgm:spPr/>
    </dgm:pt>
    <dgm:pt modelId="{4639F3C8-544A-4F97-BB88-9032AD92E2B9}" type="pres">
      <dgm:prSet presAssocID="{F400F57D-416F-4BF8-8772-1248E1ABE9E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D762203D-24AA-4C40-AAE1-C5A8EB91B73F}" type="pres">
      <dgm:prSet presAssocID="{F400F57D-416F-4BF8-8772-1248E1ABE9ED}" presName="spaceRect" presStyleCnt="0"/>
      <dgm:spPr/>
    </dgm:pt>
    <dgm:pt modelId="{38A024F0-EA9C-4596-842F-7CE828A6E646}" type="pres">
      <dgm:prSet presAssocID="{F400F57D-416F-4BF8-8772-1248E1ABE9ED}" presName="textRect" presStyleLbl="revTx" presStyleIdx="1" presStyleCnt="3">
        <dgm:presLayoutVars>
          <dgm:chMax val="1"/>
          <dgm:chPref val="1"/>
        </dgm:presLayoutVars>
      </dgm:prSet>
      <dgm:spPr/>
    </dgm:pt>
    <dgm:pt modelId="{13BADD70-D1AF-4926-B8F0-A0573110232D}" type="pres">
      <dgm:prSet presAssocID="{75EDCA35-2043-44D0-87D9-CDF285DAE757}" presName="sibTrans" presStyleCnt="0"/>
      <dgm:spPr/>
    </dgm:pt>
    <dgm:pt modelId="{FBFB9916-1EB5-48C2-97A4-1AC9A5196527}" type="pres">
      <dgm:prSet presAssocID="{FA7FF9B3-4E20-401A-92F9-B913E4344DB7}" presName="compNode" presStyleCnt="0"/>
      <dgm:spPr/>
    </dgm:pt>
    <dgm:pt modelId="{4D307E05-E9C2-4AEC-8990-742458D7DEA1}" type="pres">
      <dgm:prSet presAssocID="{FA7FF9B3-4E20-401A-92F9-B913E4344DB7}" presName="iconBgRect" presStyleLbl="bgShp" presStyleIdx="2" presStyleCnt="3"/>
      <dgm:spPr/>
    </dgm:pt>
    <dgm:pt modelId="{8E3A4A1F-31B1-46F6-931C-8DA7BB9235A5}" type="pres">
      <dgm:prSet presAssocID="{FA7FF9B3-4E20-401A-92F9-B913E4344DB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D965734E-17DB-4DA9-82EC-1BB7A6FA02D5}" type="pres">
      <dgm:prSet presAssocID="{FA7FF9B3-4E20-401A-92F9-B913E4344DB7}" presName="spaceRect" presStyleCnt="0"/>
      <dgm:spPr/>
    </dgm:pt>
    <dgm:pt modelId="{6292FA67-55F9-4BDB-9C7B-943FA47210EF}" type="pres">
      <dgm:prSet presAssocID="{FA7FF9B3-4E20-401A-92F9-B913E4344DB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28F7713-7EC4-4E17-9101-E91E3BF0AE04}" srcId="{8E673F8F-595B-4AE3-BFF7-520D45AD4981}" destId="{FA7FF9B3-4E20-401A-92F9-B913E4344DB7}" srcOrd="2" destOrd="0" parTransId="{974FC6A3-3F65-4BE9-947D-62EC06D777CE}" sibTransId="{1C24C1DE-EF2F-4A5E-AC51-F1052CC8E86B}"/>
    <dgm:cxn modelId="{E4E28425-7596-4F42-B349-D9AB390AD014}" type="presOf" srcId="{FA7FF9B3-4E20-401A-92F9-B913E4344DB7}" destId="{6292FA67-55F9-4BDB-9C7B-943FA47210EF}" srcOrd="0" destOrd="0" presId="urn:microsoft.com/office/officeart/2018/5/layout/IconCircleLabelList"/>
    <dgm:cxn modelId="{F28C8DA9-61A7-7347-8C23-7CFA7E6A1A19}" type="presOf" srcId="{8E673F8F-595B-4AE3-BFF7-520D45AD4981}" destId="{5B48744D-763E-42EC-B6E8-94D39D3F37CE}" srcOrd="0" destOrd="0" presId="urn:microsoft.com/office/officeart/2018/5/layout/IconCircleLabelList"/>
    <dgm:cxn modelId="{8EFEC1B6-9371-45D8-83E5-E98A7E228F28}" srcId="{8E673F8F-595B-4AE3-BFF7-520D45AD4981}" destId="{F400F57D-416F-4BF8-8772-1248E1ABE9ED}" srcOrd="1" destOrd="0" parTransId="{3F093170-B31F-483F-9E5A-69C5BB3B36A1}" sibTransId="{75EDCA35-2043-44D0-87D9-CDF285DAE757}"/>
    <dgm:cxn modelId="{1F6FFAD8-85B5-5E49-B56B-1AAB9B00BAB2}" type="presOf" srcId="{F400F57D-416F-4BF8-8772-1248E1ABE9ED}" destId="{38A024F0-EA9C-4596-842F-7CE828A6E646}" srcOrd="0" destOrd="0" presId="urn:microsoft.com/office/officeart/2018/5/layout/IconCircleLabelList"/>
    <dgm:cxn modelId="{6491E2DC-8E48-2745-B9BF-993EE6D5EFA5}" type="presOf" srcId="{E6155530-0107-4DBA-9ED6-4A081A7C4795}" destId="{AE494BFF-7053-49AA-B2C1-DDE04F9FA30C}" srcOrd="0" destOrd="0" presId="urn:microsoft.com/office/officeart/2018/5/layout/IconCircleLabelList"/>
    <dgm:cxn modelId="{2286FEF5-3FB2-4C1D-9D41-4149C0A8AA3E}" srcId="{8E673F8F-595B-4AE3-BFF7-520D45AD4981}" destId="{E6155530-0107-4DBA-9ED6-4A081A7C4795}" srcOrd="0" destOrd="0" parTransId="{0886AD07-E05E-4154-8C8B-D6EA36DAD420}" sibTransId="{8BEA624B-0CDD-4834-BA12-EA642FF44AA2}"/>
    <dgm:cxn modelId="{487A3BBF-A581-C44C-A0D6-77C89A2C40BF}" type="presParOf" srcId="{5B48744D-763E-42EC-B6E8-94D39D3F37CE}" destId="{8B2B77D5-6098-4FDF-A768-5C360D0168C6}" srcOrd="0" destOrd="0" presId="urn:microsoft.com/office/officeart/2018/5/layout/IconCircleLabelList"/>
    <dgm:cxn modelId="{25E8A353-6723-384B-B636-9C4316A134FF}" type="presParOf" srcId="{8B2B77D5-6098-4FDF-A768-5C360D0168C6}" destId="{442F7D3D-EFD7-4A18-A8B2-92F366335A3B}" srcOrd="0" destOrd="0" presId="urn:microsoft.com/office/officeart/2018/5/layout/IconCircleLabelList"/>
    <dgm:cxn modelId="{28D45C1E-6D3D-5B46-AF3A-A42B9649F10F}" type="presParOf" srcId="{8B2B77D5-6098-4FDF-A768-5C360D0168C6}" destId="{27873AA8-17A6-4C8B-8B56-AA43560F9887}" srcOrd="1" destOrd="0" presId="urn:microsoft.com/office/officeart/2018/5/layout/IconCircleLabelList"/>
    <dgm:cxn modelId="{D3A6E3E0-6381-6B40-86EE-3AAA9058239A}" type="presParOf" srcId="{8B2B77D5-6098-4FDF-A768-5C360D0168C6}" destId="{C51DB7DA-FCA1-44F0-8BA9-6C211AF2121B}" srcOrd="2" destOrd="0" presId="urn:microsoft.com/office/officeart/2018/5/layout/IconCircleLabelList"/>
    <dgm:cxn modelId="{4CC07FFF-F939-3447-906B-EE0BA606A56F}" type="presParOf" srcId="{8B2B77D5-6098-4FDF-A768-5C360D0168C6}" destId="{AE494BFF-7053-49AA-B2C1-DDE04F9FA30C}" srcOrd="3" destOrd="0" presId="urn:microsoft.com/office/officeart/2018/5/layout/IconCircleLabelList"/>
    <dgm:cxn modelId="{F95AB619-EE83-E442-83F7-B5354D47C085}" type="presParOf" srcId="{5B48744D-763E-42EC-B6E8-94D39D3F37CE}" destId="{9D0C40BC-1572-4E33-A77B-DB5234AA0225}" srcOrd="1" destOrd="0" presId="urn:microsoft.com/office/officeart/2018/5/layout/IconCircleLabelList"/>
    <dgm:cxn modelId="{DE29DA53-AA5B-B746-BBFB-FD97F8879C56}" type="presParOf" srcId="{5B48744D-763E-42EC-B6E8-94D39D3F37CE}" destId="{7FD28FE8-C52F-469F-A09F-DEE88B73277A}" srcOrd="2" destOrd="0" presId="urn:microsoft.com/office/officeart/2018/5/layout/IconCircleLabelList"/>
    <dgm:cxn modelId="{4D011673-7AC4-3148-84F2-5B9EBA851BCE}" type="presParOf" srcId="{7FD28FE8-C52F-469F-A09F-DEE88B73277A}" destId="{FD826E7C-FC24-478C-AD61-3EB8429C4CAB}" srcOrd="0" destOrd="0" presId="urn:microsoft.com/office/officeart/2018/5/layout/IconCircleLabelList"/>
    <dgm:cxn modelId="{C622B7E8-865C-9A4F-B200-496ABAE8ED9D}" type="presParOf" srcId="{7FD28FE8-C52F-469F-A09F-DEE88B73277A}" destId="{4639F3C8-544A-4F97-BB88-9032AD92E2B9}" srcOrd="1" destOrd="0" presId="urn:microsoft.com/office/officeart/2018/5/layout/IconCircleLabelList"/>
    <dgm:cxn modelId="{6DE4B90A-442B-AD4F-8AEE-02CBEE7147FD}" type="presParOf" srcId="{7FD28FE8-C52F-469F-A09F-DEE88B73277A}" destId="{D762203D-24AA-4C40-AAE1-C5A8EB91B73F}" srcOrd="2" destOrd="0" presId="urn:microsoft.com/office/officeart/2018/5/layout/IconCircleLabelList"/>
    <dgm:cxn modelId="{59CA5055-32CE-0147-8CE3-E60D8A8F77D9}" type="presParOf" srcId="{7FD28FE8-C52F-469F-A09F-DEE88B73277A}" destId="{38A024F0-EA9C-4596-842F-7CE828A6E646}" srcOrd="3" destOrd="0" presId="urn:microsoft.com/office/officeart/2018/5/layout/IconCircleLabelList"/>
    <dgm:cxn modelId="{1362A2B5-CC9E-3C48-AFA0-54AB9DA8484F}" type="presParOf" srcId="{5B48744D-763E-42EC-B6E8-94D39D3F37CE}" destId="{13BADD70-D1AF-4926-B8F0-A0573110232D}" srcOrd="3" destOrd="0" presId="urn:microsoft.com/office/officeart/2018/5/layout/IconCircleLabelList"/>
    <dgm:cxn modelId="{FC14ADB8-03F5-614E-972C-40B92123986C}" type="presParOf" srcId="{5B48744D-763E-42EC-B6E8-94D39D3F37CE}" destId="{FBFB9916-1EB5-48C2-97A4-1AC9A5196527}" srcOrd="4" destOrd="0" presId="urn:microsoft.com/office/officeart/2018/5/layout/IconCircleLabelList"/>
    <dgm:cxn modelId="{8EDA4CA3-8B8D-A948-8F08-B86631548DD8}" type="presParOf" srcId="{FBFB9916-1EB5-48C2-97A4-1AC9A5196527}" destId="{4D307E05-E9C2-4AEC-8990-742458D7DEA1}" srcOrd="0" destOrd="0" presId="urn:microsoft.com/office/officeart/2018/5/layout/IconCircleLabelList"/>
    <dgm:cxn modelId="{97DE091B-CB27-8440-AB98-1C58772222F6}" type="presParOf" srcId="{FBFB9916-1EB5-48C2-97A4-1AC9A5196527}" destId="{8E3A4A1F-31B1-46F6-931C-8DA7BB9235A5}" srcOrd="1" destOrd="0" presId="urn:microsoft.com/office/officeart/2018/5/layout/IconCircleLabelList"/>
    <dgm:cxn modelId="{A0303B92-A5FF-CC46-B6A7-AFE6B395004D}" type="presParOf" srcId="{FBFB9916-1EB5-48C2-97A4-1AC9A5196527}" destId="{D965734E-17DB-4DA9-82EC-1BB7A6FA02D5}" srcOrd="2" destOrd="0" presId="urn:microsoft.com/office/officeart/2018/5/layout/IconCircleLabelList"/>
    <dgm:cxn modelId="{51B98104-2AD6-1C41-AAF8-96C71D1875DF}" type="presParOf" srcId="{FBFB9916-1EB5-48C2-97A4-1AC9A5196527}" destId="{6292FA67-55F9-4BDB-9C7B-943FA47210E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267E7E-3DDF-421B-A846-E7880C27B100}">
      <dsp:nvSpPr>
        <dsp:cNvPr id="0" name=""/>
        <dsp:cNvSpPr/>
      </dsp:nvSpPr>
      <dsp:spPr>
        <a:xfrm>
          <a:off x="1445600" y="1126731"/>
          <a:ext cx="734853" cy="7348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BF62E0-5AFD-44AF-8C31-B05647BFEC82}">
      <dsp:nvSpPr>
        <dsp:cNvPr id="0" name=""/>
        <dsp:cNvSpPr/>
      </dsp:nvSpPr>
      <dsp:spPr>
        <a:xfrm>
          <a:off x="4" y="2307545"/>
          <a:ext cx="3625358" cy="14169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Problem</a:t>
          </a:r>
          <a:r>
            <a:rPr lang="en-US" sz="2000" kern="1200" dirty="0"/>
            <a:t>: </a:t>
          </a:r>
          <a:r>
            <a:rPr lang="en-US" sz="2000" kern="1200" dirty="0" err="1"/>
            <a:t>Scholors</a:t>
          </a:r>
          <a:r>
            <a:rPr lang="en-US" sz="2000" kern="1200" dirty="0"/>
            <a:t> and Legal professionals need to review lengthy contracts, Articles, and documents.</a:t>
          </a:r>
        </a:p>
      </dsp:txBody>
      <dsp:txXfrm>
        <a:off x="4" y="2307545"/>
        <a:ext cx="3625358" cy="1416986"/>
      </dsp:txXfrm>
    </dsp:sp>
    <dsp:sp modelId="{C38CCC96-86EE-4D7B-83B9-C96D016696EF}">
      <dsp:nvSpPr>
        <dsp:cNvPr id="0" name=""/>
        <dsp:cNvSpPr/>
      </dsp:nvSpPr>
      <dsp:spPr>
        <a:xfrm>
          <a:off x="5063684" y="1113697"/>
          <a:ext cx="734853" cy="7348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6436DE-122A-4538-A326-12907433DAC6}">
      <dsp:nvSpPr>
        <dsp:cNvPr id="0" name=""/>
        <dsp:cNvSpPr/>
      </dsp:nvSpPr>
      <dsp:spPr>
        <a:xfrm>
          <a:off x="4007144" y="2334672"/>
          <a:ext cx="3039256" cy="1469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Solution</a:t>
          </a:r>
          <a:r>
            <a:rPr lang="en-US" sz="2100" kern="1200" dirty="0"/>
            <a:t>: Use summarization to extract key clauses, terms, or case insights.</a:t>
          </a:r>
        </a:p>
      </dsp:txBody>
      <dsp:txXfrm>
        <a:off x="4007144" y="2334672"/>
        <a:ext cx="3039256" cy="1469119"/>
      </dsp:txXfrm>
    </dsp:sp>
    <dsp:sp modelId="{4AF78619-3249-41AD-8EC6-C08775BA7FBE}">
      <dsp:nvSpPr>
        <dsp:cNvPr id="0" name=""/>
        <dsp:cNvSpPr/>
      </dsp:nvSpPr>
      <dsp:spPr>
        <a:xfrm>
          <a:off x="8508457" y="1098259"/>
          <a:ext cx="734853" cy="7348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FAEA67-46D0-4947-959F-4AE367756647}">
      <dsp:nvSpPr>
        <dsp:cNvPr id="0" name=""/>
        <dsp:cNvSpPr/>
      </dsp:nvSpPr>
      <dsp:spPr>
        <a:xfrm>
          <a:off x="7180536" y="2276234"/>
          <a:ext cx="3278736" cy="15308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Impact</a:t>
          </a:r>
          <a:r>
            <a:rPr lang="en-US" sz="2000" kern="1200" dirty="0"/>
            <a:t>: Saves time and reduces errors, aiding faster legal review and compliance.</a:t>
          </a:r>
        </a:p>
      </dsp:txBody>
      <dsp:txXfrm>
        <a:off x="7180536" y="2276234"/>
        <a:ext cx="3278736" cy="15308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AF995C-5930-9646-9877-9E271B9A2035}">
      <dsp:nvSpPr>
        <dsp:cNvPr id="0" name=""/>
        <dsp:cNvSpPr/>
      </dsp:nvSpPr>
      <dsp:spPr>
        <a:xfrm>
          <a:off x="0" y="18174"/>
          <a:ext cx="7559504" cy="201386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Trained on diverse datasets for both abstractive and extractive tasks.</a:t>
          </a:r>
        </a:p>
      </dsp:txBody>
      <dsp:txXfrm>
        <a:off x="98309" y="116483"/>
        <a:ext cx="7362886" cy="1817244"/>
      </dsp:txXfrm>
    </dsp:sp>
    <dsp:sp modelId="{9F75817A-CFF4-2B43-B1DD-B8E07D16989B}">
      <dsp:nvSpPr>
        <dsp:cNvPr id="0" name=""/>
        <dsp:cNvSpPr/>
      </dsp:nvSpPr>
      <dsp:spPr>
        <a:xfrm>
          <a:off x="0" y="2135717"/>
          <a:ext cx="7559504" cy="2013862"/>
        </a:xfrm>
        <a:prstGeom prst="roundRect">
          <a:avLst/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Strong performance on summarization benchmarks like </a:t>
          </a:r>
          <a:r>
            <a:rPr lang="en-US" sz="3600" kern="1200" dirty="0" err="1"/>
            <a:t>XSum</a:t>
          </a:r>
          <a:r>
            <a:rPr lang="en-US" sz="3600" kern="1200" dirty="0"/>
            <a:t> and CNN.</a:t>
          </a:r>
        </a:p>
      </dsp:txBody>
      <dsp:txXfrm>
        <a:off x="98309" y="2234026"/>
        <a:ext cx="7362886" cy="1817244"/>
      </dsp:txXfrm>
    </dsp:sp>
    <dsp:sp modelId="{8E45184F-AC44-5E4B-8FE9-3817FA8ECFC6}">
      <dsp:nvSpPr>
        <dsp:cNvPr id="0" name=""/>
        <dsp:cNvSpPr/>
      </dsp:nvSpPr>
      <dsp:spPr>
        <a:xfrm>
          <a:off x="0" y="4253259"/>
          <a:ext cx="7559504" cy="2013862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Flexible architecture: suitable for both short and long-form text summarization.</a:t>
          </a:r>
        </a:p>
      </dsp:txBody>
      <dsp:txXfrm>
        <a:off x="98309" y="4351568"/>
        <a:ext cx="7362886" cy="18172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AF995C-5930-9646-9877-9E271B9A2035}">
      <dsp:nvSpPr>
        <dsp:cNvPr id="0" name=""/>
        <dsp:cNvSpPr/>
      </dsp:nvSpPr>
      <dsp:spPr>
        <a:xfrm>
          <a:off x="0" y="581698"/>
          <a:ext cx="7559504" cy="16497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/>
            <a:t>Pegasus: </a:t>
          </a:r>
          <a:r>
            <a:rPr lang="en-US" sz="3000" b="0" kern="1200" dirty="0"/>
            <a:t>Designed for abstractive summarization but requires substantial computational resources for training.</a:t>
          </a:r>
        </a:p>
      </dsp:txBody>
      <dsp:txXfrm>
        <a:off x="80532" y="662230"/>
        <a:ext cx="7398440" cy="1488636"/>
      </dsp:txXfrm>
    </dsp:sp>
    <dsp:sp modelId="{9F75817A-CFF4-2B43-B1DD-B8E07D16989B}">
      <dsp:nvSpPr>
        <dsp:cNvPr id="0" name=""/>
        <dsp:cNvSpPr/>
      </dsp:nvSpPr>
      <dsp:spPr>
        <a:xfrm>
          <a:off x="0" y="2317798"/>
          <a:ext cx="7559504" cy="1649700"/>
        </a:xfrm>
        <a:prstGeom prst="roundRect">
          <a:avLst/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/>
            <a:t>T5: </a:t>
          </a:r>
          <a:r>
            <a:rPr lang="en-US" sz="3000" kern="1200" dirty="0"/>
            <a:t>A text-to-text model with summarization capabilities, though it demands extensive memory and fine-tuning time.</a:t>
          </a:r>
        </a:p>
      </dsp:txBody>
      <dsp:txXfrm>
        <a:off x="80532" y="2398330"/>
        <a:ext cx="7398440" cy="1488636"/>
      </dsp:txXfrm>
    </dsp:sp>
    <dsp:sp modelId="{8E45184F-AC44-5E4B-8FE9-3817FA8ECFC6}">
      <dsp:nvSpPr>
        <dsp:cNvPr id="0" name=""/>
        <dsp:cNvSpPr/>
      </dsp:nvSpPr>
      <dsp:spPr>
        <a:xfrm>
          <a:off x="0" y="4053898"/>
          <a:ext cx="7559504" cy="1649700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/>
            <a:t>Limitations: </a:t>
          </a:r>
          <a:r>
            <a:rPr lang="en-US" sz="3000" kern="1200" dirty="0"/>
            <a:t>Pegasus model is not tested due to challenges in loading and training on available hardware.</a:t>
          </a:r>
        </a:p>
      </dsp:txBody>
      <dsp:txXfrm>
        <a:off x="80532" y="4134430"/>
        <a:ext cx="7398440" cy="14886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AF995C-5930-9646-9877-9E271B9A2035}">
      <dsp:nvSpPr>
        <dsp:cNvPr id="0" name=""/>
        <dsp:cNvSpPr/>
      </dsp:nvSpPr>
      <dsp:spPr>
        <a:xfrm>
          <a:off x="0" y="752428"/>
          <a:ext cx="7559504" cy="153971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Contextual Insights: </a:t>
          </a:r>
          <a:r>
            <a:rPr lang="en-US" sz="2800" b="0" kern="1200" dirty="0"/>
            <a:t>Summarization provides a high-level overview, while NER extracts entities like names, dates, and locations.</a:t>
          </a:r>
        </a:p>
      </dsp:txBody>
      <dsp:txXfrm>
        <a:off x="75163" y="827591"/>
        <a:ext cx="7409178" cy="1389393"/>
      </dsp:txXfrm>
    </dsp:sp>
    <dsp:sp modelId="{9F75817A-CFF4-2B43-B1DD-B8E07D16989B}">
      <dsp:nvSpPr>
        <dsp:cNvPr id="0" name=""/>
        <dsp:cNvSpPr/>
      </dsp:nvSpPr>
      <dsp:spPr>
        <a:xfrm>
          <a:off x="0" y="2372788"/>
          <a:ext cx="7559504" cy="1539719"/>
        </a:xfrm>
        <a:prstGeom prst="roundRect">
          <a:avLst/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Enhanced Understanding: </a:t>
          </a:r>
          <a:r>
            <a:rPr lang="en-US" sz="2800" b="0" kern="1200" dirty="0"/>
            <a:t>Helps identify key actors, timelines, and organizations within summarized content.</a:t>
          </a:r>
        </a:p>
      </dsp:txBody>
      <dsp:txXfrm>
        <a:off x="75163" y="2447951"/>
        <a:ext cx="7409178" cy="1389393"/>
      </dsp:txXfrm>
    </dsp:sp>
    <dsp:sp modelId="{8E45184F-AC44-5E4B-8FE9-3817FA8ECFC6}">
      <dsp:nvSpPr>
        <dsp:cNvPr id="0" name=""/>
        <dsp:cNvSpPr/>
      </dsp:nvSpPr>
      <dsp:spPr>
        <a:xfrm>
          <a:off x="0" y="3993148"/>
          <a:ext cx="7559504" cy="1539719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 err="1"/>
            <a:t>SpaCy</a:t>
          </a:r>
          <a:r>
            <a:rPr lang="en-US" sz="2800" b="1" kern="1200" dirty="0"/>
            <a:t>: </a:t>
          </a:r>
          <a:r>
            <a:rPr lang="en-US" sz="2800" b="0" kern="1200" dirty="0"/>
            <a:t>Pre-trained pipelines for general-purpose NER.</a:t>
          </a:r>
        </a:p>
      </dsp:txBody>
      <dsp:txXfrm>
        <a:off x="75163" y="4068311"/>
        <a:ext cx="7409178" cy="138939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7BDCFF-462C-5147-80A4-34AE12E8E43D}">
      <dsp:nvSpPr>
        <dsp:cNvPr id="0" name=""/>
        <dsp:cNvSpPr/>
      </dsp:nvSpPr>
      <dsp:spPr>
        <a:xfrm>
          <a:off x="0" y="580040"/>
          <a:ext cx="10919225" cy="7558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ROUGE</a:t>
          </a:r>
          <a:r>
            <a:rPr lang="en-US" sz="1900" kern="1200"/>
            <a:t> (Recall-Oriented Understudy for Gisting Evaluation) measures the overlap of n-grams, word sequences, or longest common subsequences between generated and reference summaries.</a:t>
          </a:r>
        </a:p>
      </dsp:txBody>
      <dsp:txXfrm>
        <a:off x="36896" y="616936"/>
        <a:ext cx="10845433" cy="682028"/>
      </dsp:txXfrm>
    </dsp:sp>
    <dsp:sp modelId="{7D2DC785-151A-8B46-8411-BE92A9D8DE7E}">
      <dsp:nvSpPr>
        <dsp:cNvPr id="0" name=""/>
        <dsp:cNvSpPr/>
      </dsp:nvSpPr>
      <dsp:spPr>
        <a:xfrm>
          <a:off x="0" y="1390580"/>
          <a:ext cx="10919225" cy="7558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Higher ROUGE scores indicate better alignment with human-generated summaries, reflecting the model's quality.</a:t>
          </a:r>
        </a:p>
      </dsp:txBody>
      <dsp:txXfrm>
        <a:off x="36896" y="1427476"/>
        <a:ext cx="10845433" cy="682028"/>
      </dsp:txXfrm>
    </dsp:sp>
    <dsp:sp modelId="{09E99D1C-B21D-4149-A61F-46F3A6BCC57C}">
      <dsp:nvSpPr>
        <dsp:cNvPr id="0" name=""/>
        <dsp:cNvSpPr/>
      </dsp:nvSpPr>
      <dsp:spPr>
        <a:xfrm>
          <a:off x="0" y="2201120"/>
          <a:ext cx="10919225" cy="75582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ROUGE-1: Unigram overlap 		ROUGE-2: Bigram overlap</a:t>
          </a:r>
        </a:p>
      </dsp:txBody>
      <dsp:txXfrm>
        <a:off x="36896" y="2238016"/>
        <a:ext cx="10845433" cy="682028"/>
      </dsp:txXfrm>
    </dsp:sp>
    <dsp:sp modelId="{8F7050EA-5013-3A48-9141-5AD3CFA2AB09}">
      <dsp:nvSpPr>
        <dsp:cNvPr id="0" name=""/>
        <dsp:cNvSpPr/>
      </dsp:nvSpPr>
      <dsp:spPr>
        <a:xfrm>
          <a:off x="0" y="3011660"/>
          <a:ext cx="10919225" cy="7558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ROUGE-L: Longest common subsequence</a:t>
          </a:r>
        </a:p>
      </dsp:txBody>
      <dsp:txXfrm>
        <a:off x="36896" y="3048556"/>
        <a:ext cx="10845433" cy="682028"/>
      </dsp:txXfrm>
    </dsp:sp>
    <dsp:sp modelId="{5A370B22-D56D-0D49-864E-A29632E7F048}">
      <dsp:nvSpPr>
        <dsp:cNvPr id="0" name=""/>
        <dsp:cNvSpPr/>
      </dsp:nvSpPr>
      <dsp:spPr>
        <a:xfrm>
          <a:off x="0" y="3822200"/>
          <a:ext cx="10919225" cy="75582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These ROUGE scores indicate the model effectively captures key words, phrases, and sequence structures, performing competitively in abstractive summarization tasks.</a:t>
          </a:r>
        </a:p>
      </dsp:txBody>
      <dsp:txXfrm>
        <a:off x="36896" y="3859096"/>
        <a:ext cx="10845433" cy="68202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3EBCA5-979C-4549-BF18-213A1137EA98}">
      <dsp:nvSpPr>
        <dsp:cNvPr id="0" name=""/>
        <dsp:cNvSpPr/>
      </dsp:nvSpPr>
      <dsp:spPr>
        <a:xfrm>
          <a:off x="0" y="81708"/>
          <a:ext cx="11353780" cy="76589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solidFill>
                <a:schemeClr val="tx1"/>
              </a:solidFill>
            </a:rPr>
            <a:t>Bart ROUGE Scores:</a:t>
          </a:r>
        </a:p>
      </dsp:txBody>
      <dsp:txXfrm>
        <a:off x="37388" y="119096"/>
        <a:ext cx="11279004" cy="691116"/>
      </dsp:txXfrm>
    </dsp:sp>
    <dsp:sp modelId="{64A56584-D15C-5949-AE76-B3308F3F38A4}">
      <dsp:nvSpPr>
        <dsp:cNvPr id="0" name=""/>
        <dsp:cNvSpPr/>
      </dsp:nvSpPr>
      <dsp:spPr>
        <a:xfrm>
          <a:off x="0" y="902321"/>
          <a:ext cx="11353780" cy="765892"/>
        </a:xfrm>
        <a:prstGeom prst="roundRect">
          <a:avLst/>
        </a:prstGeom>
        <a:solidFill>
          <a:schemeClr val="accent2">
            <a:hueOff val="1288722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Rouge1: 0.329			Rouge2: 0.123			Rouge-L: 0.242</a:t>
          </a:r>
        </a:p>
      </dsp:txBody>
      <dsp:txXfrm>
        <a:off x="37388" y="939709"/>
        <a:ext cx="11279004" cy="691116"/>
      </dsp:txXfrm>
    </dsp:sp>
    <dsp:sp modelId="{847AD647-8949-9C41-82DD-3F2BE045EC5A}">
      <dsp:nvSpPr>
        <dsp:cNvPr id="0" name=""/>
        <dsp:cNvSpPr/>
      </dsp:nvSpPr>
      <dsp:spPr>
        <a:xfrm>
          <a:off x="0" y="1722934"/>
          <a:ext cx="11353780" cy="765892"/>
        </a:xfrm>
        <a:prstGeom prst="round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solidFill>
                <a:schemeClr val="tx1"/>
              </a:solidFill>
            </a:rPr>
            <a:t>T5 ROUGE Scores:</a:t>
          </a:r>
          <a:endParaRPr lang="en-US" sz="1900" kern="1200" dirty="0"/>
        </a:p>
      </dsp:txBody>
      <dsp:txXfrm>
        <a:off x="37388" y="1760322"/>
        <a:ext cx="11279004" cy="691116"/>
      </dsp:txXfrm>
    </dsp:sp>
    <dsp:sp modelId="{727F4C19-3C21-2F47-9D12-F1EF1973B8DB}">
      <dsp:nvSpPr>
        <dsp:cNvPr id="0" name=""/>
        <dsp:cNvSpPr/>
      </dsp:nvSpPr>
      <dsp:spPr>
        <a:xfrm>
          <a:off x="0" y="2543547"/>
          <a:ext cx="11353780" cy="765892"/>
        </a:xfrm>
        <a:prstGeom prst="roundRect">
          <a:avLst/>
        </a:prstGeom>
        <a:solidFill>
          <a:schemeClr val="accent2">
            <a:hueOff val="3866168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Rouge1: 0.186			Rouge2: 0.0125			Rouge-L: 0.127</a:t>
          </a:r>
        </a:p>
      </dsp:txBody>
      <dsp:txXfrm>
        <a:off x="37388" y="2580935"/>
        <a:ext cx="11279004" cy="691116"/>
      </dsp:txXfrm>
    </dsp:sp>
    <dsp:sp modelId="{D600E2DF-A139-8A4D-8DFD-71DC57352B68}">
      <dsp:nvSpPr>
        <dsp:cNvPr id="0" name=""/>
        <dsp:cNvSpPr/>
      </dsp:nvSpPr>
      <dsp:spPr>
        <a:xfrm>
          <a:off x="0" y="3364160"/>
          <a:ext cx="11353780" cy="765892"/>
        </a:xfrm>
        <a:prstGeom prst="roundRect">
          <a:avLst/>
        </a:prstGeom>
        <a:solidFill>
          <a:schemeClr val="accent2">
            <a:hueOff val="5154890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</a:rPr>
            <a:t>Conclusion:</a:t>
          </a:r>
        </a:p>
      </dsp:txBody>
      <dsp:txXfrm>
        <a:off x="37388" y="3401548"/>
        <a:ext cx="11279004" cy="691116"/>
      </dsp:txXfrm>
    </dsp:sp>
    <dsp:sp modelId="{F5C22CD4-97A5-D24B-BB6C-3716D7769AC6}">
      <dsp:nvSpPr>
        <dsp:cNvPr id="0" name=""/>
        <dsp:cNvSpPr/>
      </dsp:nvSpPr>
      <dsp:spPr>
        <a:xfrm>
          <a:off x="0" y="4184773"/>
          <a:ext cx="11353780" cy="765892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Bart outperforms T5, with higher ROUGE scores indicating better overlap and alignment with reference summaries.</a:t>
          </a:r>
          <a:endParaRPr lang="en-US" sz="1900" kern="1200" dirty="0"/>
        </a:p>
      </dsp:txBody>
      <dsp:txXfrm>
        <a:off x="37388" y="4222161"/>
        <a:ext cx="11279004" cy="69111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DFEA5D-49D5-4593-86F4-FAFD61602EB9}">
      <dsp:nvSpPr>
        <dsp:cNvPr id="0" name=""/>
        <dsp:cNvSpPr/>
      </dsp:nvSpPr>
      <dsp:spPr>
        <a:xfrm>
          <a:off x="1963800" y="459588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458977-2E8D-407B-A4EB-0286BB986263}">
      <dsp:nvSpPr>
        <dsp:cNvPr id="0" name=""/>
        <dsp:cNvSpPr/>
      </dsp:nvSpPr>
      <dsp:spPr>
        <a:xfrm>
          <a:off x="559800" y="211922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000" b="1" kern="1200"/>
            <a:t>Dataset-Specific Issues:</a:t>
          </a:r>
          <a:endParaRPr lang="en-US" sz="3000" kern="1200"/>
        </a:p>
      </dsp:txBody>
      <dsp:txXfrm>
        <a:off x="559800" y="2119223"/>
        <a:ext cx="4320000" cy="648000"/>
      </dsp:txXfrm>
    </dsp:sp>
    <dsp:sp modelId="{417B53C4-FEB0-43DE-BDA5-6D1219B57240}">
      <dsp:nvSpPr>
        <dsp:cNvPr id="0" name=""/>
        <dsp:cNvSpPr/>
      </dsp:nvSpPr>
      <dsp:spPr>
        <a:xfrm>
          <a:off x="559800" y="2835890"/>
          <a:ext cx="4320000" cy="1057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XSum</a:t>
          </a:r>
          <a:r>
            <a:rPr lang="en-US" sz="2000" kern="1200" dirty="0"/>
            <a:t>: Factual consistency is challenging.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CNN: Extractive summaries.</a:t>
          </a:r>
        </a:p>
      </dsp:txBody>
      <dsp:txXfrm>
        <a:off x="559800" y="2835890"/>
        <a:ext cx="4320000" cy="1057064"/>
      </dsp:txXfrm>
    </dsp:sp>
    <dsp:sp modelId="{250BACEB-B714-41B9-B660-F6D825DE44DD}">
      <dsp:nvSpPr>
        <dsp:cNvPr id="0" name=""/>
        <dsp:cNvSpPr/>
      </dsp:nvSpPr>
      <dsp:spPr>
        <a:xfrm>
          <a:off x="7039800" y="459588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F5DF75-DD06-443F-AB71-DD11B3D1220E}">
      <dsp:nvSpPr>
        <dsp:cNvPr id="0" name=""/>
        <dsp:cNvSpPr/>
      </dsp:nvSpPr>
      <dsp:spPr>
        <a:xfrm>
          <a:off x="5635800" y="211922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000" b="1" kern="1200"/>
            <a:t>General Challenges:</a:t>
          </a:r>
          <a:endParaRPr lang="en-US" sz="3000" kern="1200"/>
        </a:p>
      </dsp:txBody>
      <dsp:txXfrm>
        <a:off x="5635800" y="2119223"/>
        <a:ext cx="4320000" cy="648000"/>
      </dsp:txXfrm>
    </dsp:sp>
    <dsp:sp modelId="{7D30B4F4-E022-48D9-AC96-EB4ADAA2286A}">
      <dsp:nvSpPr>
        <dsp:cNvPr id="0" name=""/>
        <dsp:cNvSpPr/>
      </dsp:nvSpPr>
      <dsp:spPr>
        <a:xfrm>
          <a:off x="5635800" y="2835890"/>
          <a:ext cx="4320000" cy="1057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100" kern="1200" dirty="0"/>
            <a:t>Handling large data.</a:t>
          </a:r>
        </a:p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Balancing abstraction and factuality.</a:t>
          </a:r>
        </a:p>
      </dsp:txBody>
      <dsp:txXfrm>
        <a:off x="5635800" y="2835890"/>
        <a:ext cx="4320000" cy="105706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2F7D3D-EFD7-4A18-A8B2-92F366335A3B}">
      <dsp:nvSpPr>
        <dsp:cNvPr id="0" name=""/>
        <dsp:cNvSpPr/>
      </dsp:nvSpPr>
      <dsp:spPr>
        <a:xfrm>
          <a:off x="679050" y="578169"/>
          <a:ext cx="1887187" cy="18871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873AA8-17A6-4C8B-8B56-AA43560F9887}">
      <dsp:nvSpPr>
        <dsp:cNvPr id="0" name=""/>
        <dsp:cNvSpPr/>
      </dsp:nvSpPr>
      <dsp:spPr>
        <a:xfrm>
          <a:off x="1081237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494BFF-7053-49AA-B2C1-DDE04F9FA30C}">
      <dsp:nvSpPr>
        <dsp:cNvPr id="0" name=""/>
        <dsp:cNvSpPr/>
      </dsp:nvSpPr>
      <dsp:spPr>
        <a:xfrm>
          <a:off x="75768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 dirty="0"/>
            <a:t>Reinforcement learning</a:t>
          </a:r>
        </a:p>
      </dsp:txBody>
      <dsp:txXfrm>
        <a:off x="75768" y="3053169"/>
        <a:ext cx="3093750" cy="720000"/>
      </dsp:txXfrm>
    </dsp:sp>
    <dsp:sp modelId="{FD826E7C-FC24-478C-AD61-3EB8429C4CAB}">
      <dsp:nvSpPr>
        <dsp:cNvPr id="0" name=""/>
        <dsp:cNvSpPr/>
      </dsp:nvSpPr>
      <dsp:spPr>
        <a:xfrm>
          <a:off x="4314206" y="578169"/>
          <a:ext cx="1887187" cy="18871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39F3C8-544A-4F97-BB88-9032AD92E2B9}">
      <dsp:nvSpPr>
        <dsp:cNvPr id="0" name=""/>
        <dsp:cNvSpPr/>
      </dsp:nvSpPr>
      <dsp:spPr>
        <a:xfrm>
          <a:off x="4716393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A024F0-EA9C-4596-842F-7CE828A6E646}">
      <dsp:nvSpPr>
        <dsp:cNvPr id="0" name=""/>
        <dsp:cNvSpPr/>
      </dsp:nvSpPr>
      <dsp:spPr>
        <a:xfrm>
          <a:off x="3710925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Experiment GPT variants</a:t>
          </a:r>
        </a:p>
      </dsp:txBody>
      <dsp:txXfrm>
        <a:off x="3710925" y="3053169"/>
        <a:ext cx="3093750" cy="720000"/>
      </dsp:txXfrm>
    </dsp:sp>
    <dsp:sp modelId="{4D307E05-E9C2-4AEC-8990-742458D7DEA1}">
      <dsp:nvSpPr>
        <dsp:cNvPr id="0" name=""/>
        <dsp:cNvSpPr/>
      </dsp:nvSpPr>
      <dsp:spPr>
        <a:xfrm>
          <a:off x="7949362" y="578169"/>
          <a:ext cx="1887187" cy="18871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3A4A1F-31B1-46F6-931C-8DA7BB9235A5}">
      <dsp:nvSpPr>
        <dsp:cNvPr id="0" name=""/>
        <dsp:cNvSpPr/>
      </dsp:nvSpPr>
      <dsp:spPr>
        <a:xfrm>
          <a:off x="8351550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92FA67-55F9-4BDB-9C7B-943FA47210EF}">
      <dsp:nvSpPr>
        <dsp:cNvPr id="0" name=""/>
        <dsp:cNvSpPr/>
      </dsp:nvSpPr>
      <dsp:spPr>
        <a:xfrm>
          <a:off x="7346081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Explore multi-document summarization</a:t>
          </a:r>
        </a:p>
      </dsp:txBody>
      <dsp:txXfrm>
        <a:off x="7346081" y="3053169"/>
        <a:ext cx="3093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DD90B-0F5E-6956-1F21-B52401512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EABAC-2D28-B6F6-02F7-4713E0D02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EA902-27E0-9D45-E9D3-5F337CB2A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0CAB-15DD-DC44-94BD-DF87BECD601D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2DD91-33D8-C4C9-DE50-8F4FE61E3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365E2-7A54-32A9-25A5-AEC273188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1AE58-84AC-254E-BBBF-89ABF0321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39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FEFA7-EB40-2545-C2E5-A5FCAAE02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AA0AC-DF21-3F73-518C-1C38E6146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38167-8E70-EFDF-87B5-1F839AF89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0CAB-15DD-DC44-94BD-DF87BECD601D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B5928-E1E7-7DAF-F5A9-D1CE4B7E8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0C024-9727-8407-FD32-FA5E7E106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1AE58-84AC-254E-BBBF-89ABF0321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320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C6C3B-9EB2-B00D-A710-D556CA060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9C097-3771-85DE-FDCC-6A96F61BE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6DA4E-3529-3AA9-264F-E88B9C5A1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0CAB-15DD-DC44-94BD-DF87BECD601D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62396-FBAB-2CE9-2E28-B6ADC1A60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D8475-B2DE-BC47-E97C-0A6AA5960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1AE58-84AC-254E-BBBF-89ABF0321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403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9DFF1-998C-F947-2E27-DA7A71FF6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3C23D-7F17-D44D-2DC8-8C484D0884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E2578F-AE0C-9355-F75B-48011490A2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FEA3FE-4E26-B5D2-49D8-796B390F6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0CAB-15DD-DC44-94BD-DF87BECD601D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50A2A-9838-DA64-0E73-42328E50E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5F21A0-48A4-7727-0C16-A2A6DE54B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1AE58-84AC-254E-BBBF-89ABF0321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98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C15F4-1E19-B86B-72BE-39F1C8445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3EC43-2CC4-2C91-D540-6471DBB64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347F38-B97E-A307-18E0-957730E28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43903B-B89F-99AB-00CD-F61D985DA5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92236B-1F95-CE53-C828-A62DCEB60F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051AD9-C44A-1C7A-F075-45750AC32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0CAB-15DD-DC44-94BD-DF87BECD601D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57F271-7900-B83A-F6AF-376D720CE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E0F1F9-355E-F9DC-AF5D-13841373D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1AE58-84AC-254E-BBBF-89ABF0321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20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B7E6-FC16-ED8A-1CDE-563EAF5F6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41E66A-542B-21DF-8115-B33ABA1C1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0CAB-15DD-DC44-94BD-DF87BECD601D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2989B2-F4EB-7E06-7033-BD1EBC4FB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8D7CA2-7E25-83CC-6015-FAAEC053C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1AE58-84AC-254E-BBBF-89ABF0321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076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C985A4-2445-86F5-2EDC-87546AAAF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0CAB-15DD-DC44-94BD-DF87BECD601D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5DF96D-167F-D0D1-FEFD-1FBA016FE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C3D96-2012-CDC5-2095-D067281CE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1AE58-84AC-254E-BBBF-89ABF0321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130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89A62-8BEE-98D4-529A-3D4E4246B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26FFD-1F16-CB6A-2F74-14C1F641C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BA79B-E201-56FB-F53E-32A455ED7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45501F-41A3-E082-3A20-3A1AB5AD3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0CAB-15DD-DC44-94BD-DF87BECD601D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21872-5162-424B-0619-C0B6B9701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70526-23B5-FAAB-3265-7B3385648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1AE58-84AC-254E-BBBF-89ABF0321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714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AF22D-CE75-6F60-54A9-131E0B796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7D95D6-09AA-F8FB-6BAE-751EE92C82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3526D8-5081-2794-CBCB-135C318E0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61E6E-5F13-8B09-6549-557D1E5EE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0CAB-15DD-DC44-94BD-DF87BECD601D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DD422-7C74-BB3C-E2E4-55EFB3BF2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CEE468-D0FC-A4F4-C4DD-141D6CA6D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1AE58-84AC-254E-BBBF-89ABF0321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801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864BA-BAD3-619E-D042-AA633A1A9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FF820C-3862-B08A-754C-615092DD0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49E7C-DB00-2833-2821-46307AA8C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0CAB-15DD-DC44-94BD-DF87BECD601D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0950E-3D69-BF8B-7A0C-028B8777D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F6CE7-4B4C-4E4A-41FA-4984600E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1AE58-84AC-254E-BBBF-89ABF0321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20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CAB8BE-EE51-AE09-F84D-739AE98571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61BAB2-3B56-3FF1-BF3A-048C0CA10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B88B0-EECC-40B6-D044-97072AAD5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0CAB-15DD-DC44-94BD-DF87BECD601D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FDFFB-DEDB-5767-DBBA-F68287672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53AF6-1A6A-7862-C753-7FF47B724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1AE58-84AC-254E-BBBF-89ABF0321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995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7DDDF2-6CEA-18C1-AAD8-2270023F8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7E47B-77CB-D733-14CA-F1F5B8988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9DC7C-CFF3-4A94-D8E0-6FCF53D8C3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A70CAB-15DD-DC44-94BD-DF87BECD601D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53FF5-25AB-5AF8-CD7C-2000C9271A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D94F9-7BC3-C842-C2D2-6B816AF0D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11AE58-84AC-254E-BBBF-89ABF0321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047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2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0F9793-D3FC-90A5-27DB-1D93A096F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463" y="1517499"/>
            <a:ext cx="10088900" cy="4164820"/>
          </a:xfrm>
        </p:spPr>
        <p:txBody>
          <a:bodyPr anchor="t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Intelligent Document Assistant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A38D05-DAE0-13DB-2D38-86A85367EC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</a:rPr>
              <a:t>Comparative Insights and Model Effectiveness</a:t>
            </a:r>
          </a:p>
          <a:p>
            <a:pPr algn="l"/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873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A6BEC3-D417-C739-4ED1-ADD4ABDF0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10" y="1598246"/>
            <a:ext cx="4626709" cy="5122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Objective</a:t>
            </a:r>
            <a:endParaRPr lang="en-US" sz="8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B6846-DA5C-4F30-F8CC-6F4809330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2994" y="1590840"/>
            <a:ext cx="5672176" cy="509522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4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Evaluate and compare summarization models on the </a:t>
            </a:r>
            <a:r>
              <a:rPr lang="en-US" sz="4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XSum</a:t>
            </a:r>
            <a:r>
              <a:rPr lang="en-US" sz="4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and CNN datasets for Article and Legal Document Summarization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5406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A6BEC3-D417-C739-4ED1-ADD4ABDF0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Business Usecase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E669DC-A33B-997C-19AB-49346756FF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3140238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8562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81" name="Rectangle 2080">
            <a:extLst>
              <a:ext uri="{FF2B5EF4-FFF2-40B4-BE49-F238E27FC236}">
                <a16:creationId xmlns:a16="http://schemas.microsoft.com/office/drawing/2014/main" id="{5BF4DF2C-F028-4921-9C23-41303F650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3" name="Rectangle 2082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853D5A-E561-71F9-D497-97BA3A186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98246"/>
            <a:ext cx="4412419" cy="36262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Datasets</a:t>
            </a:r>
          </a:p>
        </p:txBody>
      </p:sp>
      <p:sp>
        <p:nvSpPr>
          <p:cNvPr id="2054" name="Content Placeholder 2053">
            <a:extLst>
              <a:ext uri="{FF2B5EF4-FFF2-40B4-BE49-F238E27FC236}">
                <a16:creationId xmlns:a16="http://schemas.microsoft.com/office/drawing/2014/main" id="{4BDF568D-490E-AC27-4001-894FCF994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350213"/>
            <a:ext cx="4412417" cy="103153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>
              <a:buNone/>
            </a:pPr>
            <a:r>
              <a:rPr lang="en-US" sz="32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CNN </a:t>
            </a:r>
            <a:r>
              <a:rPr lang="en-US" sz="32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and Xsum</a:t>
            </a:r>
            <a:endParaRPr lang="en-US" sz="32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2085" name="Straight Connector 208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DFCCE7B-1D05-9887-2A26-FED91E8C7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925" y="1699550"/>
            <a:ext cx="5664133" cy="4517145"/>
          </a:xfrm>
          <a:prstGeom prst="rect">
            <a:avLst/>
          </a:prstGeom>
        </p:spPr>
      </p:pic>
      <p:grpSp>
        <p:nvGrpSpPr>
          <p:cNvPr id="2087" name="Group 2086">
            <a:extLst>
              <a:ext uri="{FF2B5EF4-FFF2-40B4-BE49-F238E27FC236}">
                <a16:creationId xmlns:a16="http://schemas.microsoft.com/office/drawing/2014/main" id="{892B7B61-D701-474B-AE8F-EA238B550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2088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89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6632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Rectangle 2072">
            <a:extLst>
              <a:ext uri="{FF2B5EF4-FFF2-40B4-BE49-F238E27FC236}">
                <a16:creationId xmlns:a16="http://schemas.microsoft.com/office/drawing/2014/main" id="{2A6B319F-86FE-4754-878E-06F0804D8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32385" cy="6858000"/>
          </a:xfrm>
          <a:prstGeom prst="rect">
            <a:avLst/>
          </a:prstGeom>
          <a:solidFill>
            <a:schemeClr val="accent5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2075" name="Rectangle 2074">
            <a:extLst>
              <a:ext uri="{FF2B5EF4-FFF2-40B4-BE49-F238E27FC236}">
                <a16:creationId xmlns:a16="http://schemas.microsoft.com/office/drawing/2014/main" id="{DCF7D1B5-3477-499F-ACC5-2C8B07F4E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2385" y="0"/>
            <a:ext cx="3218914" cy="6858000"/>
          </a:xfrm>
          <a:prstGeom prst="rect">
            <a:avLst/>
          </a:prstGeom>
          <a:solidFill>
            <a:schemeClr val="accent5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853D5A-E561-71F9-D497-97BA3A186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192" y="465667"/>
            <a:ext cx="3339154" cy="8406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Dataset Overview</a:t>
            </a:r>
          </a:p>
        </p:txBody>
      </p:sp>
      <p:sp>
        <p:nvSpPr>
          <p:cNvPr id="2054" name="Content Placeholder 2053">
            <a:extLst>
              <a:ext uri="{FF2B5EF4-FFF2-40B4-BE49-F238E27FC236}">
                <a16:creationId xmlns:a16="http://schemas.microsoft.com/office/drawing/2014/main" id="{4BDF568D-490E-AC27-4001-894FCF994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1299" y="1608666"/>
            <a:ext cx="3421958" cy="4501127"/>
          </a:xfrm>
        </p:spPr>
        <p:txBody>
          <a:bodyPr vert="horz" lIns="91440" tIns="45720" rIns="91440" bIns="45720" rtlCol="0">
            <a:normAutofit/>
          </a:bodyPr>
          <a:lstStyle/>
          <a:p>
            <a:pPr marL="0">
              <a:spcAft>
                <a:spcPts val="600"/>
              </a:spcAft>
            </a:pPr>
            <a:r>
              <a:rPr lang="en-US" sz="2000" b="1" dirty="0" err="1"/>
              <a:t>Xsum</a:t>
            </a:r>
            <a:r>
              <a:rPr lang="en-US" sz="2000" b="1" dirty="0"/>
              <a:t>: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2.3 Million documents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Training: 8000 documents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Testing: 2000 documents</a:t>
            </a:r>
          </a:p>
          <a:p>
            <a:pPr marL="0">
              <a:spcAft>
                <a:spcPts val="600"/>
              </a:spcAft>
            </a:pPr>
            <a:endParaRPr lang="en-US" sz="2000" dirty="0"/>
          </a:p>
          <a:p>
            <a:pPr marL="742950" lvl="1">
              <a:spcAft>
                <a:spcPts val="600"/>
              </a:spcAft>
            </a:pPr>
            <a:endParaRPr lang="en-US" sz="2000" dirty="0"/>
          </a:p>
        </p:txBody>
      </p:sp>
      <p:sp>
        <p:nvSpPr>
          <p:cNvPr id="7" name="Content Placeholder 2053">
            <a:extLst>
              <a:ext uri="{FF2B5EF4-FFF2-40B4-BE49-F238E27FC236}">
                <a16:creationId xmlns:a16="http://schemas.microsoft.com/office/drawing/2014/main" id="{E9876955-0382-C196-47E6-D3600CA0D373}"/>
              </a:ext>
            </a:extLst>
          </p:cNvPr>
          <p:cNvSpPr txBox="1">
            <a:spLocks/>
          </p:cNvSpPr>
          <p:nvPr/>
        </p:nvSpPr>
        <p:spPr>
          <a:xfrm>
            <a:off x="8035628" y="1608665"/>
            <a:ext cx="3421958" cy="4501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spcAft>
                <a:spcPts val="600"/>
              </a:spcAft>
            </a:pPr>
            <a:r>
              <a:rPr lang="en-US" sz="2000" b="1" dirty="0"/>
              <a:t>CNN: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2.8 Million documents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Training: 8000 documents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Testing: 2000 documents</a:t>
            </a:r>
          </a:p>
          <a:p>
            <a:pPr marL="0">
              <a:spcAft>
                <a:spcPts val="600"/>
              </a:spcAft>
            </a:pPr>
            <a:endParaRPr lang="en-US" sz="2000" dirty="0"/>
          </a:p>
          <a:p>
            <a:pPr marL="742950" lvl="1">
              <a:spcAft>
                <a:spcPts val="600"/>
              </a:spcAft>
            </a:pPr>
            <a:endParaRPr lang="en-US" sz="2000" dirty="0"/>
          </a:p>
        </p:txBody>
      </p:sp>
      <p:pic>
        <p:nvPicPr>
          <p:cNvPr id="1028" name="Picture 4" descr="Useful Datasets for Data Education in ...">
            <a:extLst>
              <a:ext uri="{FF2B5EF4-FFF2-40B4-BE49-F238E27FC236}">
                <a16:creationId xmlns:a16="http://schemas.microsoft.com/office/drawing/2014/main" id="{A841DA85-93D5-BFDF-914B-15933B3EA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40" y="1608665"/>
            <a:ext cx="28448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6235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575A102-D95D-4D6E-8F1B-49EED0AEC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9DB886-DBAE-72A4-8217-30C87E54D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92" y="309617"/>
            <a:ext cx="4570451" cy="73467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Xsum</a:t>
            </a:r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Length Distribution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5532406-CD30-BD1C-A0B1-4D0F65630B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31070" y="1396434"/>
            <a:ext cx="7074984" cy="450634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CF0FFF1F-79B6-4A13-A464-070CD6F89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42198" y="814999"/>
            <a:ext cx="465458" cy="581435"/>
            <a:chOff x="10942198" y="814999"/>
            <a:chExt cx="465458" cy="581435"/>
          </a:xfrm>
          <a:solidFill>
            <a:srgbClr val="FFFFFF"/>
          </a:solidFill>
        </p:grpSpPr>
        <p:sp>
          <p:nvSpPr>
            <p:cNvPr id="19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7738" y="81499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Graphic 15">
              <a:extLst>
                <a:ext uri="{FF2B5EF4-FFF2-40B4-BE49-F238E27FC236}">
                  <a16:creationId xmlns:a16="http://schemas.microsoft.com/office/drawing/2014/main" id="{8550FED7-7C32-42BB-98DB-30272A633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16518" y="104429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grpFill/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2198" y="1268720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9322" y="6274341"/>
            <a:ext cx="11353800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1EDE2FFE-2CE6-31E3-1811-50D7B8DE1526}"/>
              </a:ext>
            </a:extLst>
          </p:cNvPr>
          <p:cNvSpPr txBox="1">
            <a:spLocks/>
          </p:cNvSpPr>
          <p:nvPr/>
        </p:nvSpPr>
        <p:spPr>
          <a:xfrm>
            <a:off x="185946" y="1486691"/>
            <a:ext cx="5084250" cy="44789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Count of Words in Articles:</a:t>
            </a:r>
          </a:p>
          <a:p>
            <a:r>
              <a:rPr 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Min: 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Max: 6789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Avg: 299.02</a:t>
            </a:r>
          </a:p>
          <a:p>
            <a:endParaRPr lang="en-US" sz="2800" dirty="0">
              <a:solidFill>
                <a:srgbClr val="FFFFFF"/>
              </a:solidFill>
            </a:endParaRPr>
          </a:p>
          <a:p>
            <a:r>
              <a:rPr lang="en-US" sz="2800" dirty="0">
                <a:solidFill>
                  <a:srgbClr val="FFC000"/>
                </a:solidFill>
              </a:rPr>
              <a:t>Count of Words in Summaries:</a:t>
            </a:r>
          </a:p>
          <a:p>
            <a:endParaRPr lang="en-US" sz="1100" dirty="0">
              <a:solidFill>
                <a:srgbClr val="FFC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C000"/>
                </a:solidFill>
              </a:rPr>
              <a:t>Min: 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C000"/>
                </a:solidFill>
              </a:rPr>
              <a:t>Max: 52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C000"/>
                </a:solidFill>
              </a:rPr>
              <a:t>Avg: 5.21</a:t>
            </a:r>
          </a:p>
          <a:p>
            <a:endParaRPr lang="en-US" sz="2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493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575A102-D95D-4D6E-8F1B-49EED0AEC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6170D5-BA54-755F-C9C7-3BAA4CB4A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614" y="575494"/>
            <a:ext cx="4529079" cy="6565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CNN Length Distribution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BCC58C-4F6B-BA2A-C235-D5C1EAB285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68007" y="1689055"/>
            <a:ext cx="7198025" cy="4478977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CF0FFF1F-79B6-4A13-A464-070CD6F89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42198" y="814999"/>
            <a:ext cx="465458" cy="581435"/>
            <a:chOff x="10942198" y="814999"/>
            <a:chExt cx="465458" cy="581435"/>
          </a:xfrm>
          <a:solidFill>
            <a:srgbClr val="FFFFFF"/>
          </a:solidFill>
        </p:grpSpPr>
        <p:sp>
          <p:nvSpPr>
            <p:cNvPr id="19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7738" y="81499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Graphic 15">
              <a:extLst>
                <a:ext uri="{FF2B5EF4-FFF2-40B4-BE49-F238E27FC236}">
                  <a16:creationId xmlns:a16="http://schemas.microsoft.com/office/drawing/2014/main" id="{8550FED7-7C32-42BB-98DB-30272A633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16518" y="104429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grpFill/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2198" y="1268720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9322" y="6274341"/>
            <a:ext cx="11353800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31EEE4A0-ABB8-2F2D-F94F-D2EFE1EE3B4B}"/>
              </a:ext>
            </a:extLst>
          </p:cNvPr>
          <p:cNvSpPr txBox="1">
            <a:spLocks/>
          </p:cNvSpPr>
          <p:nvPr/>
        </p:nvSpPr>
        <p:spPr>
          <a:xfrm>
            <a:off x="161059" y="1583414"/>
            <a:ext cx="5084250" cy="44789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Count of Words in Articles:</a:t>
            </a:r>
          </a:p>
          <a:p>
            <a:r>
              <a:rPr 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Min: 37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Max: 1924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Avg: 334.26</a:t>
            </a:r>
          </a:p>
          <a:p>
            <a:endParaRPr lang="en-US" sz="2800" dirty="0">
              <a:solidFill>
                <a:srgbClr val="FFFFFF"/>
              </a:solidFill>
            </a:endParaRPr>
          </a:p>
          <a:p>
            <a:r>
              <a:rPr lang="en-US" sz="2800" dirty="0">
                <a:solidFill>
                  <a:srgbClr val="FFC000"/>
                </a:solidFill>
              </a:rPr>
              <a:t>Count of Words in Summaries:</a:t>
            </a:r>
          </a:p>
          <a:p>
            <a:endParaRPr lang="en-US" sz="1100" dirty="0">
              <a:solidFill>
                <a:srgbClr val="FFC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C000"/>
                </a:solidFill>
              </a:rPr>
              <a:t>Min: 6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C000"/>
                </a:solidFill>
              </a:rPr>
              <a:t>Max: 362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C000"/>
                </a:solidFill>
              </a:rPr>
              <a:t>Avg: 20.52</a:t>
            </a:r>
          </a:p>
          <a:p>
            <a:endParaRPr lang="en-US" sz="2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80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itle 7">
            <a:extLst>
              <a:ext uri="{FF2B5EF4-FFF2-40B4-BE49-F238E27FC236}">
                <a16:creationId xmlns:a16="http://schemas.microsoft.com/office/drawing/2014/main" id="{6560FB47-E7B9-9742-2DBC-DDDA05259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Preprocessing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E443BF8-A535-6318-7EDF-11F0CBFD4AA4}"/>
              </a:ext>
            </a:extLst>
          </p:cNvPr>
          <p:cNvSpPr txBox="1">
            <a:spLocks/>
          </p:cNvSpPr>
          <p:nvPr/>
        </p:nvSpPr>
        <p:spPr>
          <a:xfrm>
            <a:off x="755484" y="2459116"/>
            <a:ext cx="3702579" cy="3524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Removed white spaces</a:t>
            </a:r>
          </a:p>
          <a:p>
            <a:pPr marL="4572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Sampled to 10,000 documents</a:t>
            </a:r>
          </a:p>
          <a:p>
            <a:pPr marL="4572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Removing </a:t>
            </a:r>
            <a:r>
              <a:rPr lang="en-US" sz="20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Stopwords</a:t>
            </a:r>
            <a:r>
              <a:rPr lang="en-US" sz="20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, tokenization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4F4549-AEC3-C711-6091-35CC03885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6548" y="787114"/>
            <a:ext cx="5204514" cy="528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357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 fill">
            <a:extLst>
              <a:ext uri="{FF2B5EF4-FFF2-40B4-BE49-F238E27FC236}">
                <a16:creationId xmlns:a16="http://schemas.microsoft.com/office/drawing/2014/main" id="{CB49665F-0298-4449-8D2D-209989CB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lor 2">
            <a:extLst>
              <a:ext uri="{FF2B5EF4-FFF2-40B4-BE49-F238E27FC236}">
                <a16:creationId xmlns:a16="http://schemas.microsoft.com/office/drawing/2014/main" id="{A71EEC14-174A-46FA-B046-474750457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EB6CB95-E653-4C6C-AE51-62FD848E8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89" y="-2"/>
            <a:ext cx="3468234" cy="6858000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BDD3CB8E-ABA7-4F37-BB2C-64FFD1981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C2CA788A-B2FD-494C-BED0-83E31F6DF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C73AB9FE-1B65-8900-0F90-06BE82BD11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8135318"/>
              </p:ext>
            </p:extLst>
          </p:nvPr>
        </p:nvGraphicFramePr>
        <p:xfrm>
          <a:off x="3794296" y="288758"/>
          <a:ext cx="7559504" cy="6285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6" name="Title 25">
            <a:extLst>
              <a:ext uri="{FF2B5EF4-FFF2-40B4-BE49-F238E27FC236}">
                <a16:creationId xmlns:a16="http://schemas.microsoft.com/office/drawing/2014/main" id="{01F65B44-DEEF-B463-8FBC-C888767A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14" y="3745003"/>
            <a:ext cx="3294509" cy="105999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Bart Model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0330162-6234-51AB-508D-3A86DF9B89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1430" y="-4"/>
            <a:ext cx="3486613" cy="371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938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C73AB9FE-1B65-8900-0F90-06BE82BD11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5677312"/>
              </p:ext>
            </p:extLst>
          </p:nvPr>
        </p:nvGraphicFramePr>
        <p:xfrm>
          <a:off x="3794296" y="288758"/>
          <a:ext cx="7559504" cy="6285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6" name="Title 25">
            <a:extLst>
              <a:ext uri="{FF2B5EF4-FFF2-40B4-BE49-F238E27FC236}">
                <a16:creationId xmlns:a16="http://schemas.microsoft.com/office/drawing/2014/main" id="{01F65B44-DEEF-B463-8FBC-C888767A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19568"/>
            <a:ext cx="3804557" cy="111274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Pegasus and T5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0330162-6234-51AB-508D-3A86DF9B89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1430" y="-4"/>
            <a:ext cx="3486613" cy="371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691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C73AB9FE-1B65-8900-0F90-06BE82BD11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1341961"/>
              </p:ext>
            </p:extLst>
          </p:nvPr>
        </p:nvGraphicFramePr>
        <p:xfrm>
          <a:off x="3794296" y="288758"/>
          <a:ext cx="7559504" cy="6285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6" name="Title 25">
            <a:extLst>
              <a:ext uri="{FF2B5EF4-FFF2-40B4-BE49-F238E27FC236}">
                <a16:creationId xmlns:a16="http://schemas.microsoft.com/office/drawing/2014/main" id="{01F65B44-DEEF-B463-8FBC-C888767A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429" y="3009275"/>
            <a:ext cx="3804557" cy="239548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Named Entity Recognitions with Text summarization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0330162-6234-51AB-508D-3A86DF9B89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1430" y="-4"/>
            <a:ext cx="3293473" cy="298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687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lose-up of a molecule structure&#10;&#10;Description automatically generated">
            <a:extLst>
              <a:ext uri="{FF2B5EF4-FFF2-40B4-BE49-F238E27FC236}">
                <a16:creationId xmlns:a16="http://schemas.microsoft.com/office/drawing/2014/main" id="{8BC8152E-48D0-FD6C-EAE0-97EE8D5E396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BA80DE-B9A0-3B1C-5CA7-CD02391C4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269" y="166979"/>
            <a:ext cx="10515600" cy="779462"/>
          </a:xfrm>
        </p:spPr>
        <p:txBody>
          <a:bodyPr>
            <a:normAutofit/>
          </a:bodyPr>
          <a:lstStyle/>
          <a:p>
            <a:r>
              <a:rPr lang="en-US" dirty="0"/>
              <a:t>Output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1823AAFD-E665-5A8F-782E-F0F75622FD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611294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40A3D3D-692E-EF1C-0F74-6FB77CF8D1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946441"/>
            <a:ext cx="12133488" cy="582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6093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D8AAC0-A58D-FB27-6B52-D7C19FDDEA6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3365" r="9091" b="2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200181-4A4D-FB81-4696-E3DA6F905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Evaluation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A286D1DC-CAF8-C7F9-FBA2-80B227E810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3103981"/>
              </p:ext>
            </p:extLst>
          </p:nvPr>
        </p:nvGraphicFramePr>
        <p:xfrm>
          <a:off x="725213" y="1334814"/>
          <a:ext cx="10919225" cy="51580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65548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EB8F47D-5D6D-D59D-1998-29FCEC51C8D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15730"/>
          <a:stretch/>
        </p:blipFill>
        <p:spPr>
          <a:xfrm>
            <a:off x="0" y="218495"/>
            <a:ext cx="12191980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25139E-86A9-FC61-772D-B67D68EB6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Results and Analysis</a:t>
            </a:r>
            <a:endParaRPr lang="en-US" dirty="0"/>
          </a:p>
        </p:txBody>
      </p: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131D4209-74DF-C7F7-7DFD-2AE444B01C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7321299"/>
              </p:ext>
            </p:extLst>
          </p:nvPr>
        </p:nvGraphicFramePr>
        <p:xfrm>
          <a:off x="498334" y="1607130"/>
          <a:ext cx="11353780" cy="5032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55688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0D7A1-6DC5-87F4-393D-93F87EDC1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3600" b="1"/>
              <a:t>Challenges Encountered</a:t>
            </a:r>
            <a:br>
              <a:rPr lang="en-US" sz="3600" b="1"/>
            </a:br>
            <a:endParaRPr lang="en-US" sz="36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2D77EA-B88D-E14A-69FD-32CF2AF052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8823395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3754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5F80D8-A8FB-4CB6-AD1C-C65EF9C0D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Future Improvements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11B5FF-FF0D-B3C7-4C36-B727541BFD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4030751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3993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5604F-EACA-2FE9-B686-2B9C70A6F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6DA426E8-AAD5-3E0F-ED0A-4F0B1175D0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C7D9E681-290B-4871-AB6C-7A1CDBAFE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900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512</Words>
  <Application>Microsoft Macintosh PowerPoint</Application>
  <PresentationFormat>Widescreen</PresentationFormat>
  <Paragraphs>85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Intelligent Document Assistant</vt:lpstr>
      <vt:lpstr>Objective</vt:lpstr>
      <vt:lpstr>Business Usecase</vt:lpstr>
      <vt:lpstr>Datasets</vt:lpstr>
      <vt:lpstr>Dataset Overview</vt:lpstr>
      <vt:lpstr>Xsum Length Distribution</vt:lpstr>
      <vt:lpstr>CNN Length Distribution</vt:lpstr>
      <vt:lpstr>Data Preprocessing</vt:lpstr>
      <vt:lpstr>Bart Model</vt:lpstr>
      <vt:lpstr>Pegasus and T5</vt:lpstr>
      <vt:lpstr>Named Entity Recognitions with Text summarization</vt:lpstr>
      <vt:lpstr>Output</vt:lpstr>
      <vt:lpstr>Evaluation</vt:lpstr>
      <vt:lpstr>Results and Analysis</vt:lpstr>
      <vt:lpstr>Challenges Encountered </vt:lpstr>
      <vt:lpstr>Future Improvements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Document Assistant</dc:title>
  <dc:creator>Savata, Mr. Mohan Venkat Krishna</dc:creator>
  <cp:lastModifiedBy>Savata, Mr. Mohan Venkat Krishna</cp:lastModifiedBy>
  <cp:revision>9</cp:revision>
  <dcterms:created xsi:type="dcterms:W3CDTF">2024-12-12T18:22:32Z</dcterms:created>
  <dcterms:modified xsi:type="dcterms:W3CDTF">2024-12-16T04:15:44Z</dcterms:modified>
</cp:coreProperties>
</file>